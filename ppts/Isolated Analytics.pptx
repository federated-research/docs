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0F4BF-9AD8-C545-94BC-82D6DF9AF0B9}" v="8" dt="2026-06-25T15:18:00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45"/>
  </p:normalViewPr>
  <p:slideViewPr>
    <p:cSldViewPr snapToGrid="0">
      <p:cViewPr varScale="1">
        <p:scale>
          <a:sx n="88" d="100"/>
          <a:sy n="88" d="100"/>
        </p:scale>
        <p:origin x="2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Quinlan (staff)" userId="e4d2dca1-4af9-4c27-ad07-49420c5bb10c" providerId="ADAL" clId="{7BFA38A9-8DE7-5AC8-AF87-1BADB42F4D97}"/>
    <pc:docChg chg="undo custSel modSld">
      <pc:chgData name="Philip Quinlan (staff)" userId="e4d2dca1-4af9-4c27-ad07-49420c5bb10c" providerId="ADAL" clId="{7BFA38A9-8DE7-5AC8-AF87-1BADB42F4D97}" dt="2026-06-25T15:22:08.376" v="103" actId="207"/>
      <pc:docMkLst>
        <pc:docMk/>
      </pc:docMkLst>
      <pc:sldChg chg="addSp delSp modSp mod">
        <pc:chgData name="Philip Quinlan (staff)" userId="e4d2dca1-4af9-4c27-ad07-49420c5bb10c" providerId="ADAL" clId="{7BFA38A9-8DE7-5AC8-AF87-1BADB42F4D97}" dt="2026-06-25T15:21:48.343" v="99" actId="207"/>
        <pc:sldMkLst>
          <pc:docMk/>
          <pc:sldMk cId="3154646247" sldId="256"/>
        </pc:sldMkLst>
        <pc:spChg chg="del">
          <ac:chgData name="Philip Quinlan (staff)" userId="e4d2dca1-4af9-4c27-ad07-49420c5bb10c" providerId="ADAL" clId="{7BFA38A9-8DE7-5AC8-AF87-1BADB42F4D97}" dt="2026-06-25T15:11:03.722" v="1" actId="478"/>
          <ac:spMkLst>
            <pc:docMk/>
            <pc:sldMk cId="3154646247" sldId="256"/>
            <ac:spMk id="4" creationId="{7BB15A8E-E556-119C-ABC6-71FD86BCE8C8}"/>
          </ac:spMkLst>
        </pc:spChg>
        <pc:spChg chg="mod">
          <ac:chgData name="Philip Quinlan (staff)" userId="e4d2dca1-4af9-4c27-ad07-49420c5bb10c" providerId="ADAL" clId="{7BFA38A9-8DE7-5AC8-AF87-1BADB42F4D97}" dt="2026-06-25T15:21:45.412" v="98" actId="207"/>
          <ac:spMkLst>
            <pc:docMk/>
            <pc:sldMk cId="3154646247" sldId="256"/>
            <ac:spMk id="6" creationId="{9315FECE-7F0D-87FB-0F8A-890DAE18D368}"/>
          </ac:spMkLst>
        </pc:spChg>
        <pc:spChg chg="mod">
          <ac:chgData name="Philip Quinlan (staff)" userId="e4d2dca1-4af9-4c27-ad07-49420c5bb10c" providerId="ADAL" clId="{7BFA38A9-8DE7-5AC8-AF87-1BADB42F4D97}" dt="2026-06-25T15:21:48.343" v="99" actId="207"/>
          <ac:spMkLst>
            <pc:docMk/>
            <pc:sldMk cId="3154646247" sldId="256"/>
            <ac:spMk id="8" creationId="{6A4596D7-77F9-9CDF-56FD-C570159ABE4B}"/>
          </ac:spMkLst>
        </pc:spChg>
        <pc:spChg chg="mod">
          <ac:chgData name="Philip Quinlan (staff)" userId="e4d2dca1-4af9-4c27-ad07-49420c5bb10c" providerId="ADAL" clId="{7BFA38A9-8DE7-5AC8-AF87-1BADB42F4D97}" dt="2026-06-25T15:21:48.343" v="99" actId="207"/>
          <ac:spMkLst>
            <pc:docMk/>
            <pc:sldMk cId="3154646247" sldId="256"/>
            <ac:spMk id="10" creationId="{3B4C016E-EC10-03C4-B6DA-EB16CCDCD904}"/>
          </ac:spMkLst>
        </pc:spChg>
        <pc:spChg chg="del">
          <ac:chgData name="Philip Quinlan (staff)" userId="e4d2dca1-4af9-4c27-ad07-49420c5bb10c" providerId="ADAL" clId="{7BFA38A9-8DE7-5AC8-AF87-1BADB42F4D97}" dt="2026-06-25T15:11:02.384" v="0" actId="478"/>
          <ac:spMkLst>
            <pc:docMk/>
            <pc:sldMk cId="3154646247" sldId="256"/>
            <ac:spMk id="12" creationId="{498ABD55-2A1F-C2D5-5364-EE9829E819FC}"/>
          </ac:spMkLst>
        </pc:spChg>
        <pc:picChg chg="add mod">
          <ac:chgData name="Philip Quinlan (staff)" userId="e4d2dca1-4af9-4c27-ad07-49420c5bb10c" providerId="ADAL" clId="{7BFA38A9-8DE7-5AC8-AF87-1BADB42F4D97}" dt="2026-06-25T15:12:12.349" v="3" actId="1076"/>
          <ac:picMkLst>
            <pc:docMk/>
            <pc:sldMk cId="3154646247" sldId="256"/>
            <ac:picMk id="3" creationId="{C7861020-16B0-94A9-2AF5-376398EA2E2D}"/>
          </ac:picMkLst>
        </pc:picChg>
        <pc:picChg chg="add mod">
          <ac:chgData name="Philip Quinlan (staff)" userId="e4d2dca1-4af9-4c27-ad07-49420c5bb10c" providerId="ADAL" clId="{7BFA38A9-8DE7-5AC8-AF87-1BADB42F4D97}" dt="2026-06-25T15:12:31.916" v="10" actId="1076"/>
          <ac:picMkLst>
            <pc:docMk/>
            <pc:sldMk cId="3154646247" sldId="256"/>
            <ac:picMk id="5" creationId="{CDC0DFB7-295D-4AD0-DDDB-A776B9EFFF91}"/>
          </ac:picMkLst>
        </pc:picChg>
      </pc:sldChg>
      <pc:sldChg chg="addSp delSp modSp mod">
        <pc:chgData name="Philip Quinlan (staff)" userId="e4d2dca1-4af9-4c27-ad07-49420c5bb10c" providerId="ADAL" clId="{7BFA38A9-8DE7-5AC8-AF87-1BADB42F4D97}" dt="2026-06-25T15:21:52.960" v="100" actId="207"/>
        <pc:sldMkLst>
          <pc:docMk/>
          <pc:sldMk cId="3424960989" sldId="257"/>
        </pc:sldMkLst>
        <pc:spChg chg="del">
          <ac:chgData name="Philip Quinlan (staff)" userId="e4d2dca1-4af9-4c27-ad07-49420c5bb10c" providerId="ADAL" clId="{7BFA38A9-8DE7-5AC8-AF87-1BADB42F4D97}" dt="2026-06-25T15:12:35.043" v="11" actId="478"/>
          <ac:spMkLst>
            <pc:docMk/>
            <pc:sldMk cId="3424960989" sldId="257"/>
            <ac:spMk id="4" creationId="{BF949234-F460-0D9D-3DF7-EB853051926B}"/>
          </ac:spMkLst>
        </pc:spChg>
        <pc:spChg chg="mod">
          <ac:chgData name="Philip Quinlan (staff)" userId="e4d2dca1-4af9-4c27-ad07-49420c5bb10c" providerId="ADAL" clId="{7BFA38A9-8DE7-5AC8-AF87-1BADB42F4D97}" dt="2026-06-25T15:21:52.960" v="100" actId="207"/>
          <ac:spMkLst>
            <pc:docMk/>
            <pc:sldMk cId="3424960989" sldId="257"/>
            <ac:spMk id="6" creationId="{EE0AE0D1-15B8-D159-3439-BCCF8ABEA1CD}"/>
          </ac:spMkLst>
        </pc:spChg>
        <pc:spChg chg="mod">
          <ac:chgData name="Philip Quinlan (staff)" userId="e4d2dca1-4af9-4c27-ad07-49420c5bb10c" providerId="ADAL" clId="{7BFA38A9-8DE7-5AC8-AF87-1BADB42F4D97}" dt="2026-06-25T15:21:52.960" v="100" actId="207"/>
          <ac:spMkLst>
            <pc:docMk/>
            <pc:sldMk cId="3424960989" sldId="257"/>
            <ac:spMk id="8" creationId="{97BA79CC-723F-F96E-C960-6E44293ACDE8}"/>
          </ac:spMkLst>
        </pc:spChg>
        <pc:spChg chg="mod">
          <ac:chgData name="Philip Quinlan (staff)" userId="e4d2dca1-4af9-4c27-ad07-49420c5bb10c" providerId="ADAL" clId="{7BFA38A9-8DE7-5AC8-AF87-1BADB42F4D97}" dt="2026-06-25T15:21:52.960" v="100" actId="207"/>
          <ac:spMkLst>
            <pc:docMk/>
            <pc:sldMk cId="3424960989" sldId="257"/>
            <ac:spMk id="10" creationId="{75694402-52E1-881A-D179-0F8D4D04C224}"/>
          </ac:spMkLst>
        </pc:spChg>
        <pc:spChg chg="del">
          <ac:chgData name="Philip Quinlan (staff)" userId="e4d2dca1-4af9-4c27-ad07-49420c5bb10c" providerId="ADAL" clId="{7BFA38A9-8DE7-5AC8-AF87-1BADB42F4D97}" dt="2026-06-25T15:12:18.488" v="4" actId="478"/>
          <ac:spMkLst>
            <pc:docMk/>
            <pc:sldMk cId="3424960989" sldId="257"/>
            <ac:spMk id="12" creationId="{A4FDE893-17F9-2761-BD97-369363F0ABFD}"/>
          </ac:spMkLst>
        </pc:spChg>
        <pc:picChg chg="add mod">
          <ac:chgData name="Philip Quinlan (staff)" userId="e4d2dca1-4af9-4c27-ad07-49420c5bb10c" providerId="ADAL" clId="{7BFA38A9-8DE7-5AC8-AF87-1BADB42F4D97}" dt="2026-06-25T15:12:22.451" v="6" actId="1076"/>
          <ac:picMkLst>
            <pc:docMk/>
            <pc:sldMk cId="3424960989" sldId="257"/>
            <ac:picMk id="3" creationId="{E5B1DDED-46BD-3927-93DD-C292CC9BD902}"/>
          </ac:picMkLst>
        </pc:picChg>
        <pc:picChg chg="add mod">
          <ac:chgData name="Philip Quinlan (staff)" userId="e4d2dca1-4af9-4c27-ad07-49420c5bb10c" providerId="ADAL" clId="{7BFA38A9-8DE7-5AC8-AF87-1BADB42F4D97}" dt="2026-06-25T15:12:49.848" v="19" actId="1076"/>
          <ac:picMkLst>
            <pc:docMk/>
            <pc:sldMk cId="3424960989" sldId="257"/>
            <ac:picMk id="5" creationId="{42EEAEB0-E412-1123-0FD0-575433CD7944}"/>
          </ac:picMkLst>
        </pc:picChg>
      </pc:sldChg>
      <pc:sldChg chg="addSp delSp modSp mod">
        <pc:chgData name="Philip Quinlan (staff)" userId="e4d2dca1-4af9-4c27-ad07-49420c5bb10c" providerId="ADAL" clId="{7BFA38A9-8DE7-5AC8-AF87-1BADB42F4D97}" dt="2026-06-25T15:21:57.727" v="101" actId="207"/>
        <pc:sldMkLst>
          <pc:docMk/>
          <pc:sldMk cId="3433631636" sldId="258"/>
        </pc:sldMkLst>
        <pc:spChg chg="del">
          <ac:chgData name="Philip Quinlan (staff)" userId="e4d2dca1-4af9-4c27-ad07-49420c5bb10c" providerId="ADAL" clId="{7BFA38A9-8DE7-5AC8-AF87-1BADB42F4D97}" dt="2026-06-25T15:14:52.781" v="21" actId="478"/>
          <ac:spMkLst>
            <pc:docMk/>
            <pc:sldMk cId="3433631636" sldId="258"/>
            <ac:spMk id="2" creationId="{C8554E26-9E80-350F-55FE-22508B92D3B8}"/>
          </ac:spMkLst>
        </pc:spChg>
        <pc:spChg chg="del">
          <ac:chgData name="Philip Quinlan (staff)" userId="e4d2dca1-4af9-4c27-ad07-49420c5bb10c" providerId="ADAL" clId="{7BFA38A9-8DE7-5AC8-AF87-1BADB42F4D97}" dt="2026-06-25T15:14:51.388" v="20" actId="478"/>
          <ac:spMkLst>
            <pc:docMk/>
            <pc:sldMk cId="3433631636" sldId="258"/>
            <ac:spMk id="3" creationId="{3CDA4E15-2793-59C0-8CDD-EE40392597FC}"/>
          </ac:spMkLst>
        </pc:spChg>
        <pc:spChg chg="mod">
          <ac:chgData name="Philip Quinlan (staff)" userId="e4d2dca1-4af9-4c27-ad07-49420c5bb10c" providerId="ADAL" clId="{7BFA38A9-8DE7-5AC8-AF87-1BADB42F4D97}" dt="2026-06-25T15:21:57.727" v="101" actId="207"/>
          <ac:spMkLst>
            <pc:docMk/>
            <pc:sldMk cId="3433631636" sldId="258"/>
            <ac:spMk id="6" creationId="{9BADC672-5541-BE31-0612-D2D26C80BE5A}"/>
          </ac:spMkLst>
        </pc:spChg>
        <pc:spChg chg="mod">
          <ac:chgData name="Philip Quinlan (staff)" userId="e4d2dca1-4af9-4c27-ad07-49420c5bb10c" providerId="ADAL" clId="{7BFA38A9-8DE7-5AC8-AF87-1BADB42F4D97}" dt="2026-06-25T15:21:57.727" v="101" actId="207"/>
          <ac:spMkLst>
            <pc:docMk/>
            <pc:sldMk cId="3433631636" sldId="258"/>
            <ac:spMk id="8" creationId="{7888E1BB-3DB0-5381-60EB-32A9DBBF3F9F}"/>
          </ac:spMkLst>
        </pc:spChg>
        <pc:spChg chg="mod">
          <ac:chgData name="Philip Quinlan (staff)" userId="e4d2dca1-4af9-4c27-ad07-49420c5bb10c" providerId="ADAL" clId="{7BFA38A9-8DE7-5AC8-AF87-1BADB42F4D97}" dt="2026-06-25T15:21:57.727" v="101" actId="207"/>
          <ac:spMkLst>
            <pc:docMk/>
            <pc:sldMk cId="3433631636" sldId="258"/>
            <ac:spMk id="10" creationId="{5ADD5E91-F54D-1953-02BC-EB067037C38A}"/>
          </ac:spMkLst>
        </pc:spChg>
        <pc:picChg chg="add mod">
          <ac:chgData name="Philip Quinlan (staff)" userId="e4d2dca1-4af9-4c27-ad07-49420c5bb10c" providerId="ADAL" clId="{7BFA38A9-8DE7-5AC8-AF87-1BADB42F4D97}" dt="2026-06-25T15:15:20.496" v="23" actId="1076"/>
          <ac:picMkLst>
            <pc:docMk/>
            <pc:sldMk cId="3433631636" sldId="258"/>
            <ac:picMk id="12" creationId="{92D9CA74-EA02-0371-52FE-7E5410BC7C89}"/>
          </ac:picMkLst>
        </pc:picChg>
        <pc:picChg chg="add mod">
          <ac:chgData name="Philip Quinlan (staff)" userId="e4d2dca1-4af9-4c27-ad07-49420c5bb10c" providerId="ADAL" clId="{7BFA38A9-8DE7-5AC8-AF87-1BADB42F4D97}" dt="2026-06-25T15:15:46.830" v="54" actId="1076"/>
          <ac:picMkLst>
            <pc:docMk/>
            <pc:sldMk cId="3433631636" sldId="258"/>
            <ac:picMk id="13" creationId="{48B4B9B1-C219-694C-729C-32E4E95C58E8}"/>
          </ac:picMkLst>
        </pc:picChg>
      </pc:sldChg>
      <pc:sldChg chg="addSp delSp modSp mod">
        <pc:chgData name="Philip Quinlan (staff)" userId="e4d2dca1-4af9-4c27-ad07-49420c5bb10c" providerId="ADAL" clId="{7BFA38A9-8DE7-5AC8-AF87-1BADB42F4D97}" dt="2026-06-25T15:22:03.516" v="102" actId="207"/>
        <pc:sldMkLst>
          <pc:docMk/>
          <pc:sldMk cId="843329508" sldId="259"/>
        </pc:sldMkLst>
        <pc:spChg chg="del">
          <ac:chgData name="Philip Quinlan (staff)" userId="e4d2dca1-4af9-4c27-ad07-49420c5bb10c" providerId="ADAL" clId="{7BFA38A9-8DE7-5AC8-AF87-1BADB42F4D97}" dt="2026-06-25T15:15:51.013" v="56" actId="478"/>
          <ac:spMkLst>
            <pc:docMk/>
            <pc:sldMk cId="843329508" sldId="259"/>
            <ac:spMk id="2" creationId="{EDF9A7E6-2490-12DF-756B-DCDE1D45416F}"/>
          </ac:spMkLst>
        </pc:spChg>
        <pc:spChg chg="del">
          <ac:chgData name="Philip Quinlan (staff)" userId="e4d2dca1-4af9-4c27-ad07-49420c5bb10c" providerId="ADAL" clId="{7BFA38A9-8DE7-5AC8-AF87-1BADB42F4D97}" dt="2026-06-25T15:15:50.027" v="55" actId="478"/>
          <ac:spMkLst>
            <pc:docMk/>
            <pc:sldMk cId="843329508" sldId="259"/>
            <ac:spMk id="3" creationId="{E6A27D07-B522-5E38-9B93-1EBFC07A42C9}"/>
          </ac:spMkLst>
        </pc:spChg>
        <pc:spChg chg="mod">
          <ac:chgData name="Philip Quinlan (staff)" userId="e4d2dca1-4af9-4c27-ad07-49420c5bb10c" providerId="ADAL" clId="{7BFA38A9-8DE7-5AC8-AF87-1BADB42F4D97}" dt="2026-06-25T15:22:03.516" v="102" actId="207"/>
          <ac:spMkLst>
            <pc:docMk/>
            <pc:sldMk cId="843329508" sldId="259"/>
            <ac:spMk id="6" creationId="{44F8A2D8-4415-78AD-817D-51CD7574AA85}"/>
          </ac:spMkLst>
        </pc:spChg>
        <pc:spChg chg="mod">
          <ac:chgData name="Philip Quinlan (staff)" userId="e4d2dca1-4af9-4c27-ad07-49420c5bb10c" providerId="ADAL" clId="{7BFA38A9-8DE7-5AC8-AF87-1BADB42F4D97}" dt="2026-06-25T15:22:03.516" v="102" actId="207"/>
          <ac:spMkLst>
            <pc:docMk/>
            <pc:sldMk cId="843329508" sldId="259"/>
            <ac:spMk id="8" creationId="{B581031F-8087-4438-812B-0CD8DE58FD95}"/>
          </ac:spMkLst>
        </pc:spChg>
        <pc:spChg chg="mod">
          <ac:chgData name="Philip Quinlan (staff)" userId="e4d2dca1-4af9-4c27-ad07-49420c5bb10c" providerId="ADAL" clId="{7BFA38A9-8DE7-5AC8-AF87-1BADB42F4D97}" dt="2026-06-25T15:22:03.516" v="102" actId="207"/>
          <ac:spMkLst>
            <pc:docMk/>
            <pc:sldMk cId="843329508" sldId="259"/>
            <ac:spMk id="10" creationId="{3A5C7E1F-A7E6-0265-51C5-D8096ADCCB2B}"/>
          </ac:spMkLst>
        </pc:spChg>
        <pc:picChg chg="add mod">
          <ac:chgData name="Philip Quinlan (staff)" userId="e4d2dca1-4af9-4c27-ad07-49420c5bb10c" providerId="ADAL" clId="{7BFA38A9-8DE7-5AC8-AF87-1BADB42F4D97}" dt="2026-06-25T15:16:07.598" v="58" actId="1076"/>
          <ac:picMkLst>
            <pc:docMk/>
            <pc:sldMk cId="843329508" sldId="259"/>
            <ac:picMk id="4" creationId="{F902B25F-001B-8600-5C55-2B11D7B26CE6}"/>
          </ac:picMkLst>
        </pc:picChg>
        <pc:picChg chg="add mod">
          <ac:chgData name="Philip Quinlan (staff)" userId="e4d2dca1-4af9-4c27-ad07-49420c5bb10c" providerId="ADAL" clId="{7BFA38A9-8DE7-5AC8-AF87-1BADB42F4D97}" dt="2026-06-25T15:16:46.209" v="86" actId="1038"/>
          <ac:picMkLst>
            <pc:docMk/>
            <pc:sldMk cId="843329508" sldId="259"/>
            <ac:picMk id="12" creationId="{9D947DE4-95F4-8C51-759C-648ABA27E175}"/>
          </ac:picMkLst>
        </pc:picChg>
      </pc:sldChg>
      <pc:sldChg chg="addSp delSp modSp mod">
        <pc:chgData name="Philip Quinlan (staff)" userId="e4d2dca1-4af9-4c27-ad07-49420c5bb10c" providerId="ADAL" clId="{7BFA38A9-8DE7-5AC8-AF87-1BADB42F4D97}" dt="2026-06-25T15:22:08.376" v="103" actId="207"/>
        <pc:sldMkLst>
          <pc:docMk/>
          <pc:sldMk cId="428962902" sldId="260"/>
        </pc:sldMkLst>
        <pc:spChg chg="del">
          <ac:chgData name="Philip Quinlan (staff)" userId="e4d2dca1-4af9-4c27-ad07-49420c5bb10c" providerId="ADAL" clId="{7BFA38A9-8DE7-5AC8-AF87-1BADB42F4D97}" dt="2026-06-25T15:17:32.924" v="87" actId="478"/>
          <ac:spMkLst>
            <pc:docMk/>
            <pc:sldMk cId="428962902" sldId="260"/>
            <ac:spMk id="4" creationId="{0164CDB1-F15B-3ECA-8DDA-BB8E3DE5FFCE}"/>
          </ac:spMkLst>
        </pc:spChg>
        <pc:spChg chg="mod">
          <ac:chgData name="Philip Quinlan (staff)" userId="e4d2dca1-4af9-4c27-ad07-49420c5bb10c" providerId="ADAL" clId="{7BFA38A9-8DE7-5AC8-AF87-1BADB42F4D97}" dt="2026-06-25T15:22:08.376" v="103" actId="207"/>
          <ac:spMkLst>
            <pc:docMk/>
            <pc:sldMk cId="428962902" sldId="260"/>
            <ac:spMk id="6" creationId="{F5682806-43B1-118A-D0A4-FAA9D838874B}"/>
          </ac:spMkLst>
        </pc:spChg>
        <pc:spChg chg="mod">
          <ac:chgData name="Philip Quinlan (staff)" userId="e4d2dca1-4af9-4c27-ad07-49420c5bb10c" providerId="ADAL" clId="{7BFA38A9-8DE7-5AC8-AF87-1BADB42F4D97}" dt="2026-06-25T15:22:08.376" v="103" actId="207"/>
          <ac:spMkLst>
            <pc:docMk/>
            <pc:sldMk cId="428962902" sldId="260"/>
            <ac:spMk id="8" creationId="{E7B349B1-A4CB-EAB3-5289-F800F66C5B13}"/>
          </ac:spMkLst>
        </pc:spChg>
        <pc:spChg chg="mod">
          <ac:chgData name="Philip Quinlan (staff)" userId="e4d2dca1-4af9-4c27-ad07-49420c5bb10c" providerId="ADAL" clId="{7BFA38A9-8DE7-5AC8-AF87-1BADB42F4D97}" dt="2026-06-25T15:22:08.376" v="103" actId="207"/>
          <ac:spMkLst>
            <pc:docMk/>
            <pc:sldMk cId="428962902" sldId="260"/>
            <ac:spMk id="10" creationId="{DCAAD35E-8C3F-77CB-A7C0-460FAA676637}"/>
          </ac:spMkLst>
        </pc:spChg>
        <pc:picChg chg="add mod">
          <ac:chgData name="Philip Quinlan (staff)" userId="e4d2dca1-4af9-4c27-ad07-49420c5bb10c" providerId="ADAL" clId="{7BFA38A9-8DE7-5AC8-AF87-1BADB42F4D97}" dt="2026-06-25T15:18:28.214" v="96" actId="1035"/>
          <ac:picMkLst>
            <pc:docMk/>
            <pc:sldMk cId="428962902" sldId="260"/>
            <ac:picMk id="3" creationId="{B6211139-E73D-6C8E-D4AB-96091E4A93B9}"/>
          </ac:picMkLst>
        </pc:picChg>
        <pc:picChg chg="add del mod">
          <ac:chgData name="Philip Quinlan (staff)" userId="e4d2dca1-4af9-4c27-ad07-49420c5bb10c" providerId="ADAL" clId="{7BFA38A9-8DE7-5AC8-AF87-1BADB42F4D97}" dt="2026-06-25T15:18:22.836" v="91" actId="478"/>
          <ac:picMkLst>
            <pc:docMk/>
            <pc:sldMk cId="428962902" sldId="260"/>
            <ac:picMk id="13" creationId="{80FB14F6-926B-1680-D2B5-1CA72541AF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423A-BA55-FF56-31AB-BBCDDDBA5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341FE-2ABC-BF7D-2155-D91D64AF0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090D-422A-84FA-C976-786741FB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7ED5-E009-F2D8-97C4-9E54E788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DE46-D378-8B26-CA52-09F90526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2A9D-04BC-53E7-9A3E-302EDE22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B2F1-8337-04E5-6D4B-F250B22A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D359-79C1-EB26-13CF-D11080F7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C365-0768-58FF-54D7-87FCC288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C475-09BB-F0AF-E9D3-E3DCDBF5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A20E-1697-9491-895B-D5616605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31A23-BECB-6950-919E-6325449F9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BDFB-9459-4505-5C79-5EBA2A5D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BA6B2-D0F2-8FE5-4916-40FAAEA6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60E7-333A-0605-9058-E53CC808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3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2A35-6D77-5C32-377B-7C9A881E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AFA2-16C0-07EA-2848-C9679C190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A6903-5868-8868-9D7A-AAD9C662F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8DAA-35B6-9434-E23F-64BA9E3F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A53B6-5EC9-B3B9-71A1-64888127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BCE60-9B9C-DB8A-D51D-9E1DBCFF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D4C1-1A01-C12C-3F09-6645A2E1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93B24-A685-1104-574E-A598F544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17F6B-98DC-0465-851A-00E0D49CA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57CB6-7A8E-A080-C73E-F713393D9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C50F-13E8-E523-98BF-DA75AC131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FA09-1A62-6B06-21F8-32A00DB2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C6D11-60D3-22F2-5B5D-C13F83D4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ACDD0-3C64-BB51-3DAF-FFA2C432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6CBE-8FCB-E591-AF32-2C59BE06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4FBE7-D1D3-7528-FBC7-516AA6C9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4AF6C-AD59-3240-262B-C8F7E461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61F4B-02BF-4643-82E5-C27C2870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8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807CB-9D1B-E26A-5CC9-9E900CB1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47105-1702-5068-C7E3-B15B07CE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33CD-CBA3-5DC8-4C57-7EEEF11C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DF55-A0A3-782B-3429-8EA461F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5DB7-B150-AA1F-C51E-C5B70519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EE3D9-CEFF-1C0E-9582-F992959A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80391-2AA8-BE52-692E-B630C894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F617-8BAF-31EB-E127-7B0165A2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CA8A9-97E5-182B-A541-4EC5EF05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2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2FD8-A037-8709-FCB6-34E8C938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4EF2C-B9CB-36B5-A1DC-5FF8DADC4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6EA4A-52D7-EA65-F7F9-5C1590EE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8C8EB-4664-FE44-9B75-DB14F744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D05FA-08D9-2244-0D75-3F661E09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F68EB-C8EC-CD07-2BF4-4E6ECDF0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B31DE-DAB6-074F-19A5-4BBE1FE3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95E4-5EBF-3F95-6E58-7393C518B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985E-5DEA-5BA0-5EEA-725AA484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37B6-20F9-20B7-DA41-C39E5EE7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2D7D-66F3-1A5D-8E5C-EC4A937F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4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3F50E-8392-B077-0383-C265D4372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5D070-999D-A2CF-F761-6A081EED8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6D1F-412B-FF12-978D-2780D1D4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900C-48F0-027C-FDA3-0E2A3AF1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CD58-2F17-7D3C-5912-19A0AB7C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6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4A7B6-172A-2C35-A0B2-1543D588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988FD-84E7-EEB7-36C3-ABEB7A2F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F2626-306D-B620-CAF0-DDBBA8EF2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A559D-E096-66DE-F0BA-0A46DFD73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C06-6310-BB8C-2254-C42EB3532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0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15FECE-7F0D-87FB-0F8A-890DAE18D368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B927-7F91-67BF-B023-761944685632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4596D7-77F9-9CDF-56FD-C570159ABE4B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936CA-76A1-389A-0F35-366B45214E73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4C016E-EC10-03C4-B6DA-EB16CCDCD904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C1A0E-FDCF-0415-0D4F-AFDDDA756592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2528B-17AB-D02A-A602-DE423E1A3E2A}"/>
              </a:ext>
            </a:extLst>
          </p:cNvPr>
          <p:cNvSpPr txBox="1"/>
          <p:nvPr/>
        </p:nvSpPr>
        <p:spPr>
          <a:xfrm>
            <a:off x="2285653" y="1404034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 is started from a single location</a:t>
            </a:r>
          </a:p>
        </p:txBody>
      </p:sp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C7861020-16B0-94A9-2AF5-376398EA2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64355"/>
            <a:ext cx="914400" cy="914400"/>
          </a:xfrm>
          <a:prstGeom prst="rect">
            <a:avLst/>
          </a:prstGeom>
        </p:spPr>
      </p:pic>
      <p:pic>
        <p:nvPicPr>
          <p:cNvPr id="5" name="Graphic 4" descr="Research with solid fill">
            <a:extLst>
              <a:ext uri="{FF2B5EF4-FFF2-40B4-BE49-F238E27FC236}">
                <a16:creationId xmlns:a16="http://schemas.microsoft.com/office/drawing/2014/main" id="{CDC0DFB7-295D-4AD0-DDDB-A776B9EFF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570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46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CB81-5BC2-78BF-B554-C30A88BA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694402-52E1-881A-D179-0F8D4D04C224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0AE0D1-15B8-D159-3439-BCCF8ABEA1CD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BF998-1BCE-E404-ECCF-DABEE60153A8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BA79CC-723F-F96E-C960-6E44293ACDE8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2CB77-24C1-CDBF-2CD4-E9C924A68C99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7A848-DAB1-0249-B605-E2D018D065E0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C5D8-9369-CA8B-A5EF-AB59AAE4D870}"/>
              </a:ext>
            </a:extLst>
          </p:cNvPr>
          <p:cNvSpPr txBox="1"/>
          <p:nvPr/>
        </p:nvSpPr>
        <p:spPr>
          <a:xfrm>
            <a:off x="4794956" y="4392072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TRE receives the</a:t>
            </a:r>
          </a:p>
          <a:p>
            <a:pPr algn="ctr"/>
            <a:r>
              <a:rPr lang="en-US" dirty="0"/>
              <a:t>analysis to run</a:t>
            </a:r>
          </a:p>
        </p:txBody>
      </p:sp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E5B1DDED-46BD-3927-93DD-C292CC9BD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7278" y="4170202"/>
            <a:ext cx="914400" cy="914400"/>
          </a:xfrm>
          <a:prstGeom prst="rect">
            <a:avLst/>
          </a:prstGeom>
        </p:spPr>
      </p:pic>
      <p:pic>
        <p:nvPicPr>
          <p:cNvPr id="5" name="Graphic 4" descr="Research with solid fill">
            <a:extLst>
              <a:ext uri="{FF2B5EF4-FFF2-40B4-BE49-F238E27FC236}">
                <a16:creationId xmlns:a16="http://schemas.microsoft.com/office/drawing/2014/main" id="{42EEAEB0-E412-1123-0FD0-575433CD7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0189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60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5B8C-0F38-78C9-9DC7-CC29AABD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DD5E91-F54D-1953-02BC-EB067037C38A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ADC672-5541-BE31-0612-D2D26C80BE5A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E93CF-E8AA-2E74-B547-9219F5FFC755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88E1BB-3DB0-5381-60EB-32A9DBBF3F9F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B2BA7-BA5A-586C-08DE-42CE324C85C4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E7A332-F9BB-5420-EE7B-9BFEEDBDFDD4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50C8C-9801-220C-74B0-E2606FAD1F00}"/>
              </a:ext>
            </a:extLst>
          </p:cNvPr>
          <p:cNvSpPr txBox="1"/>
          <p:nvPr/>
        </p:nvSpPr>
        <p:spPr>
          <a:xfrm>
            <a:off x="4794956" y="4392072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 are created </a:t>
            </a:r>
          </a:p>
          <a:p>
            <a:pPr algn="ctr"/>
            <a:r>
              <a:rPr lang="en-US" dirty="0"/>
              <a:t>in each TRE</a:t>
            </a:r>
          </a:p>
        </p:txBody>
      </p:sp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92D9CA74-EA02-0371-52FE-7E5410BC7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4089" y="4159955"/>
            <a:ext cx="914400" cy="914400"/>
          </a:xfrm>
          <a:prstGeom prst="rect">
            <a:avLst/>
          </a:prstGeom>
        </p:spPr>
      </p:pic>
      <p:pic>
        <p:nvPicPr>
          <p:cNvPr id="13" name="Graphic 12" descr="Paper with solid fill">
            <a:extLst>
              <a:ext uri="{FF2B5EF4-FFF2-40B4-BE49-F238E27FC236}">
                <a16:creationId xmlns:a16="http://schemas.microsoft.com/office/drawing/2014/main" id="{48B4B9B1-C219-694C-729C-32E4E95C5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3378" y="4159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31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8676-45EF-4B04-08B6-1FE16699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5C7E1F-A7E6-0265-51C5-D8096ADCCB2B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F8A2D8-4415-78AD-817D-51CD7574AA85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D9E3C-4E96-143C-275F-53B556CABBB7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81031F-8087-4438-812B-0CD8DE58FD95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62F3E-183B-AD40-4346-CC53441C1186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9F28F-3C0C-4982-49EF-B180318DA3B5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E12CD-9A3D-B23D-58DE-E7519F4ABDC6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 are received back</a:t>
            </a:r>
          </a:p>
        </p:txBody>
      </p:sp>
      <p:pic>
        <p:nvPicPr>
          <p:cNvPr id="4" name="Graphic 3" descr="Paper with solid fill">
            <a:extLst>
              <a:ext uri="{FF2B5EF4-FFF2-40B4-BE49-F238E27FC236}">
                <a16:creationId xmlns:a16="http://schemas.microsoft.com/office/drawing/2014/main" id="{F902B25F-001B-8600-5C55-2B11D7B26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8711" y="1253972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9D947DE4-95F4-8C51-759C-648ABA27E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2112" y="1253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29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2C0C-C620-1A5A-A19D-19A8A2EA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AD35E-8C3F-77CB-A7C0-460FAA676637}"/>
              </a:ext>
            </a:extLst>
          </p:cNvPr>
          <p:cNvSpPr/>
          <p:nvPr/>
        </p:nvSpPr>
        <p:spPr>
          <a:xfrm>
            <a:off x="7123289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682806-43B1-118A-D0A4-FAA9D838874B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6130-CDAD-78BB-ACFA-DC964388D02C}"/>
              </a:ext>
            </a:extLst>
          </p:cNvPr>
          <p:cNvSpPr txBox="1"/>
          <p:nvPr/>
        </p:nvSpPr>
        <p:spPr>
          <a:xfrm>
            <a:off x="5206493" y="798194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B349B1-A4CB-EAB3-5289-F800F66C5B13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E11FD-E3C5-9AB9-093A-90ED61517A6C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DF45D-7F64-555D-C77A-2E08C2E9C863}"/>
              </a:ext>
            </a:extLst>
          </p:cNvPr>
          <p:cNvSpPr txBox="1"/>
          <p:nvPr/>
        </p:nvSpPr>
        <p:spPr>
          <a:xfrm>
            <a:off x="7123289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0782E-EA8D-ED7E-F645-52CE2553E3C4}"/>
              </a:ext>
            </a:extLst>
          </p:cNvPr>
          <p:cNvSpPr txBox="1"/>
          <p:nvPr/>
        </p:nvSpPr>
        <p:spPr>
          <a:xfrm>
            <a:off x="2054488" y="1526506"/>
            <a:ext cx="279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Turned into a single result</a:t>
            </a:r>
          </a:p>
        </p:txBody>
      </p:sp>
      <p:pic>
        <p:nvPicPr>
          <p:cNvPr id="3" name="Graphic 2" descr="Bar graph with downward trend with solid fill">
            <a:extLst>
              <a:ext uri="{FF2B5EF4-FFF2-40B4-BE49-F238E27FC236}">
                <a16:creationId xmlns:a16="http://schemas.microsoft.com/office/drawing/2014/main" id="{B6211139-E73D-6C8E-D4AB-96091E4A9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2437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2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49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Quinlan (staff)</dc:creator>
  <cp:lastModifiedBy>Philip Quinlan (staff)</cp:lastModifiedBy>
  <cp:revision>1</cp:revision>
  <dcterms:created xsi:type="dcterms:W3CDTF">2026-04-24T16:22:11Z</dcterms:created>
  <dcterms:modified xsi:type="dcterms:W3CDTF">2026-06-25T15:22:11Z</dcterms:modified>
</cp:coreProperties>
</file>