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60" r:id="rId6"/>
    <p:sldId id="261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A2CD7-ABAA-7F45-B9EA-7257A0C3EBDF}" v="12" dt="2026-06-25T15:53:04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0"/>
    <p:restoredTop sz="94516"/>
  </p:normalViewPr>
  <p:slideViewPr>
    <p:cSldViewPr snapToGrid="0">
      <p:cViewPr varScale="1">
        <p:scale>
          <a:sx n="202" d="100"/>
          <a:sy n="20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Quinlan (staff)" userId="e4d2dca1-4af9-4c27-ad07-49420c5bb10c" providerId="ADAL" clId="{7BFA38A9-8DE7-5AC8-AF87-1BADB42F4D97}"/>
    <pc:docChg chg="undo custSel addSld delSld modSld sldOrd">
      <pc:chgData name="Philip Quinlan (staff)" userId="e4d2dca1-4af9-4c27-ad07-49420c5bb10c" providerId="ADAL" clId="{7BFA38A9-8DE7-5AC8-AF87-1BADB42F4D97}" dt="2026-06-25T15:53:12.145" v="534" actId="20578"/>
      <pc:docMkLst>
        <pc:docMk/>
      </pc:docMkLst>
      <pc:sldChg chg="modSp del mod">
        <pc:chgData name="Philip Quinlan (staff)" userId="e4d2dca1-4af9-4c27-ad07-49420c5bb10c" providerId="ADAL" clId="{7BFA38A9-8DE7-5AC8-AF87-1BADB42F4D97}" dt="2026-06-25T15:41:23.135" v="275" actId="2696"/>
        <pc:sldMkLst>
          <pc:docMk/>
          <pc:sldMk cId="3154646247" sldId="256"/>
        </pc:sldMkLst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6" creationId="{9315FECE-7F0D-87FB-0F8A-890DAE18D368}"/>
          </ac:spMkLst>
        </pc:spChg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8" creationId="{6A4596D7-77F9-9CDF-56FD-C570159ABE4B}"/>
          </ac:spMkLst>
        </pc:spChg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10" creationId="{3B4C016E-EC10-03C4-B6DA-EB16CCDCD90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1:48.648" v="290" actId="2696"/>
        <pc:sldMkLst>
          <pc:docMk/>
          <pc:sldMk cId="3424960989" sldId="257"/>
        </pc:sldMkLst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6" creationId="{EE0AE0D1-15B8-D159-3439-BCCF8ABEA1CD}"/>
          </ac:spMkLst>
        </pc:spChg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8" creationId="{97BA79CC-723F-F96E-C960-6E44293ACDE8}"/>
          </ac:spMkLst>
        </pc:spChg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10" creationId="{75694402-52E1-881A-D179-0F8D4D04C22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1:49.382" v="291" actId="2696"/>
        <pc:sldMkLst>
          <pc:docMk/>
          <pc:sldMk cId="3433631636" sldId="258"/>
        </pc:sldMkLst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6" creationId="{9BADC672-5541-BE31-0612-D2D26C80BE5A}"/>
          </ac:spMkLst>
        </pc:spChg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8" creationId="{7888E1BB-3DB0-5381-60EB-32A9DBBF3F9F}"/>
          </ac:spMkLst>
        </pc:spChg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10" creationId="{5ADD5E91-F54D-1953-02BC-EB067037C38A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2:26.244" v="293" actId="2696"/>
        <pc:sldMkLst>
          <pc:docMk/>
          <pc:sldMk cId="843329508" sldId="259"/>
        </pc:sldMkLst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6" creationId="{44F8A2D8-4415-78AD-817D-51CD7574AA85}"/>
          </ac:spMkLst>
        </pc:spChg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8" creationId="{B581031F-8087-4438-812B-0CD8DE58FD95}"/>
          </ac:spMkLst>
        </pc:spChg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10" creationId="{3A5C7E1F-A7E6-0265-51C5-D8096ADCCB2B}"/>
          </ac:spMkLst>
        </pc:spChg>
      </pc:sldChg>
      <pc:sldChg chg="addSp delSp modSp mod">
        <pc:chgData name="Philip Quinlan (staff)" userId="e4d2dca1-4af9-4c27-ad07-49420c5bb10c" providerId="ADAL" clId="{7BFA38A9-8DE7-5AC8-AF87-1BADB42F4D97}" dt="2026-06-25T15:44:12.089" v="312" actId="1076"/>
        <pc:sldMkLst>
          <pc:docMk/>
          <pc:sldMk cId="428962902" sldId="260"/>
        </pc:sldMkLst>
        <pc:spChg chg="del">
          <ac:chgData name="Philip Quinlan (staff)" userId="e4d2dca1-4af9-4c27-ad07-49420c5bb10c" providerId="ADAL" clId="{7BFA38A9-8DE7-5AC8-AF87-1BADB42F4D97}" dt="2026-06-25T15:42:55.562" v="300" actId="478"/>
          <ac:spMkLst>
            <pc:docMk/>
            <pc:sldMk cId="428962902" sldId="260"/>
            <ac:spMk id="4" creationId="{0164CDB1-F15B-3ECA-8DDA-BB8E3DE5FFCE}"/>
          </ac:spMkLst>
        </pc:spChg>
        <pc:spChg chg="mod">
          <ac:chgData name="Philip Quinlan (staff)" userId="e4d2dca1-4af9-4c27-ad07-49420c5bb10c" providerId="ADAL" clId="{7BFA38A9-8DE7-5AC8-AF87-1BADB42F4D97}" dt="2026-06-25T15:42:31.224" v="298" actId="20577"/>
          <ac:spMkLst>
            <pc:docMk/>
            <pc:sldMk cId="428962902" sldId="260"/>
            <ac:spMk id="5" creationId="{6560782E-EA8D-ED7E-F645-52CE2553E3C4}"/>
          </ac:spMkLst>
        </pc:spChg>
        <pc:spChg chg="mod">
          <ac:chgData name="Philip Quinlan (staff)" userId="e4d2dca1-4af9-4c27-ad07-49420c5bb10c" providerId="ADAL" clId="{7BFA38A9-8DE7-5AC8-AF87-1BADB42F4D97}" dt="2026-06-25T15:44:09.029" v="311" actId="1076"/>
          <ac:spMkLst>
            <pc:docMk/>
            <pc:sldMk cId="428962902" sldId="260"/>
            <ac:spMk id="6" creationId="{F5682806-43B1-118A-D0A4-FAA9D838874B}"/>
          </ac:spMkLst>
        </pc:spChg>
        <pc:spChg chg="mod">
          <ac:chgData name="Philip Quinlan (staff)" userId="e4d2dca1-4af9-4c27-ad07-49420c5bb10c" providerId="ADAL" clId="{7BFA38A9-8DE7-5AC8-AF87-1BADB42F4D97}" dt="2026-06-25T15:31:05.505" v="263" actId="207"/>
          <ac:spMkLst>
            <pc:docMk/>
            <pc:sldMk cId="428962902" sldId="260"/>
            <ac:spMk id="8" creationId="{E7B349B1-A4CB-EAB3-5289-F800F66C5B13}"/>
          </ac:spMkLst>
        </pc:spChg>
        <pc:spChg chg="mod">
          <ac:chgData name="Philip Quinlan (staff)" userId="e4d2dca1-4af9-4c27-ad07-49420c5bb10c" providerId="ADAL" clId="{7BFA38A9-8DE7-5AC8-AF87-1BADB42F4D97}" dt="2026-06-25T15:31:05.505" v="263" actId="207"/>
          <ac:spMkLst>
            <pc:docMk/>
            <pc:sldMk cId="428962902" sldId="260"/>
            <ac:spMk id="10" creationId="{DCAAD35E-8C3F-77CB-A7C0-460FAA676637}"/>
          </ac:spMkLst>
        </pc:spChg>
        <pc:picChg chg="add mod">
          <ac:chgData name="Philip Quinlan (staff)" userId="e4d2dca1-4af9-4c27-ad07-49420c5bb10c" providerId="ADAL" clId="{7BFA38A9-8DE7-5AC8-AF87-1BADB42F4D97}" dt="2026-06-25T15:42:58.666" v="301" actId="1076"/>
          <ac:picMkLst>
            <pc:docMk/>
            <pc:sldMk cId="428962902" sldId="260"/>
            <ac:picMk id="3" creationId="{9932F80A-D524-64E3-34BF-3E7A9FD584DF}"/>
          </ac:picMkLst>
        </pc:picChg>
        <pc:picChg chg="add mod">
          <ac:chgData name="Philip Quinlan (staff)" userId="e4d2dca1-4af9-4c27-ad07-49420c5bb10c" providerId="ADAL" clId="{7BFA38A9-8DE7-5AC8-AF87-1BADB42F4D97}" dt="2026-06-25T15:44:12.089" v="312" actId="1076"/>
          <ac:picMkLst>
            <pc:docMk/>
            <pc:sldMk cId="428962902" sldId="260"/>
            <ac:picMk id="12" creationId="{90AF79DB-8A5A-D90A-46FC-6F63B2024D04}"/>
          </ac:picMkLst>
        </pc:picChg>
      </pc:sldChg>
      <pc:sldChg chg="addSp delSp modSp mod">
        <pc:chgData name="Philip Quinlan (staff)" userId="e4d2dca1-4af9-4c27-ad07-49420c5bb10c" providerId="ADAL" clId="{7BFA38A9-8DE7-5AC8-AF87-1BADB42F4D97}" dt="2026-06-25T15:44:28.123" v="320" actId="1076"/>
        <pc:sldMkLst>
          <pc:docMk/>
          <pc:sldMk cId="464876393" sldId="261"/>
        </pc:sldMkLst>
        <pc:spChg chg="del">
          <ac:chgData name="Philip Quinlan (staff)" userId="e4d2dca1-4af9-4c27-ad07-49420c5bb10c" providerId="ADAL" clId="{7BFA38A9-8DE7-5AC8-AF87-1BADB42F4D97}" dt="2026-06-25T15:43:43.798" v="302" actId="478"/>
          <ac:spMkLst>
            <pc:docMk/>
            <pc:sldMk cId="464876393" sldId="261"/>
            <ac:spMk id="2" creationId="{566EB7DC-8018-5E12-A98E-B62D133642A9}"/>
          </ac:spMkLst>
        </pc:spChg>
        <pc:spChg chg="del">
          <ac:chgData name="Philip Quinlan (staff)" userId="e4d2dca1-4af9-4c27-ad07-49420c5bb10c" providerId="ADAL" clId="{7BFA38A9-8DE7-5AC8-AF87-1BADB42F4D97}" dt="2026-06-25T15:43:43.798" v="302" actId="478"/>
          <ac:spMkLst>
            <pc:docMk/>
            <pc:sldMk cId="464876393" sldId="261"/>
            <ac:spMk id="3" creationId="{B13C8634-A995-2E66-A197-7CDAE9F72D71}"/>
          </ac:spMkLst>
        </pc:spChg>
        <pc:spChg chg="mod">
          <ac:chgData name="Philip Quinlan (staff)" userId="e4d2dca1-4af9-4c27-ad07-49420c5bb10c" providerId="ADAL" clId="{7BFA38A9-8DE7-5AC8-AF87-1BADB42F4D97}" dt="2026-06-25T15:44:23.867" v="319" actId="1076"/>
          <ac:spMkLst>
            <pc:docMk/>
            <pc:sldMk cId="464876393" sldId="261"/>
            <ac:spMk id="6" creationId="{12B94D6E-024F-86E7-F20A-0958591D6F75}"/>
          </ac:spMkLst>
        </pc:spChg>
        <pc:spChg chg="mod">
          <ac:chgData name="Philip Quinlan (staff)" userId="e4d2dca1-4af9-4c27-ad07-49420c5bb10c" providerId="ADAL" clId="{7BFA38A9-8DE7-5AC8-AF87-1BADB42F4D97}" dt="2026-06-25T15:31:10.822" v="264" actId="207"/>
          <ac:spMkLst>
            <pc:docMk/>
            <pc:sldMk cId="464876393" sldId="261"/>
            <ac:spMk id="8" creationId="{B0A6D96D-8A0F-6438-A6D4-6B2402E51E38}"/>
          </ac:spMkLst>
        </pc:spChg>
        <pc:spChg chg="mod">
          <ac:chgData name="Philip Quinlan (staff)" userId="e4d2dca1-4af9-4c27-ad07-49420c5bb10c" providerId="ADAL" clId="{7BFA38A9-8DE7-5AC8-AF87-1BADB42F4D97}" dt="2026-06-25T15:31:10.822" v="264" actId="207"/>
          <ac:spMkLst>
            <pc:docMk/>
            <pc:sldMk cId="464876393" sldId="261"/>
            <ac:spMk id="10" creationId="{F7857584-E601-DFC2-98C3-BD2856A0A26E}"/>
          </ac:spMkLst>
        </pc:spChg>
        <pc:picChg chg="add mod">
          <ac:chgData name="Philip Quinlan (staff)" userId="e4d2dca1-4af9-4c27-ad07-49420c5bb10c" providerId="ADAL" clId="{7BFA38A9-8DE7-5AC8-AF87-1BADB42F4D97}" dt="2026-06-25T15:44:02.023" v="308" actId="1076"/>
          <ac:picMkLst>
            <pc:docMk/>
            <pc:sldMk cId="464876393" sldId="261"/>
            <ac:picMk id="4" creationId="{321B4575-D099-4722-84F0-1584F33435D4}"/>
          </ac:picMkLst>
        </pc:picChg>
        <pc:picChg chg="add mod">
          <ac:chgData name="Philip Quinlan (staff)" userId="e4d2dca1-4af9-4c27-ad07-49420c5bb10c" providerId="ADAL" clId="{7BFA38A9-8DE7-5AC8-AF87-1BADB42F4D97}" dt="2026-06-25T15:44:28.123" v="320" actId="1076"/>
          <ac:picMkLst>
            <pc:docMk/>
            <pc:sldMk cId="464876393" sldId="261"/>
            <ac:picMk id="12" creationId="{5C8647C2-D900-6126-98CE-448C86FE1CB0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46:25.247" v="366" actId="2696"/>
        <pc:sldMkLst>
          <pc:docMk/>
          <pc:sldMk cId="2537877251" sldId="262"/>
        </pc:sldMkLst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6" creationId="{59CA1852-A898-2136-45CD-742A5B82832E}"/>
          </ac:spMkLst>
        </pc:spChg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8" creationId="{6F771510-BB4A-D159-F7BF-790953D57D13}"/>
          </ac:spMkLst>
        </pc:spChg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10" creationId="{4490E8F0-BFA5-B17B-C7C2-45E313E70045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1253173136" sldId="263"/>
        </pc:sldMkLst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6" creationId="{2096CBFD-896C-7DFB-6562-37B72E8CB5D3}"/>
          </ac:spMkLst>
        </pc:spChg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8" creationId="{08CB687D-218F-EB76-67E1-30FFAE0C3163}"/>
          </ac:spMkLst>
        </pc:spChg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10" creationId="{E616BD1B-E390-4F91-7FEF-E4618D6A66E0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1082449990" sldId="264"/>
        </pc:sldMkLst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6" creationId="{70EFB54B-EBA7-772D-29E5-9FF685C7742C}"/>
          </ac:spMkLst>
        </pc:spChg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8" creationId="{27942B79-7CD7-F986-FE90-43FE107CC36A}"/>
          </ac:spMkLst>
        </pc:spChg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10" creationId="{E326D097-D771-D8FA-49D4-10B65BA0069B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270874701" sldId="265"/>
        </pc:sldMkLst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6" creationId="{37B036FB-260B-DDED-B88D-56F80B5E36C5}"/>
          </ac:spMkLst>
        </pc:spChg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8" creationId="{6583E244-609F-4370-1C0D-702A6DBBE37E}"/>
          </ac:spMkLst>
        </pc:spChg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10" creationId="{C1F8803C-BE3E-6833-4000-3B4B2D26AE49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389913247" sldId="266"/>
        </pc:sldMkLst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6" creationId="{E3FE420B-51ED-A95D-30C9-277122696A1E}"/>
          </ac:spMkLst>
        </pc:spChg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8" creationId="{EBD01E51-0B42-F90B-B816-A0916CD069E2}"/>
          </ac:spMkLst>
        </pc:spChg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10" creationId="{007764FD-EEB9-64B1-8027-B91F7C704A03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120437584" sldId="267"/>
        </pc:sldMkLst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6" creationId="{1E8E30E6-A608-9CA2-11AA-C5D6EFC46CBE}"/>
          </ac:spMkLst>
        </pc:spChg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8" creationId="{705BF979-58C6-F757-E3DC-326C6259A0C7}"/>
          </ac:spMkLst>
        </pc:spChg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10" creationId="{48FD2EC4-F3DA-84F7-5640-84079B6B9D81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2682118990" sldId="269"/>
        </pc:sldMkLst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6" creationId="{DD023BE0-E7DB-0645-63F9-BB93ED112593}"/>
          </ac:spMkLst>
        </pc:spChg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8" creationId="{DA010949-678B-8932-9601-7AD305213157}"/>
          </ac:spMkLst>
        </pc:spChg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10" creationId="{DD03ACE2-79DE-8306-F33F-E40F7193A60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3657086556" sldId="270"/>
        </pc:sldMkLst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6" creationId="{3E6992EF-872B-CE44-2935-D157A7665806}"/>
          </ac:spMkLst>
        </pc:spChg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8" creationId="{B24149EE-0900-3295-B9C2-61276C3C7958}"/>
          </ac:spMkLst>
        </pc:spChg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10" creationId="{2FAD9C59-9CDF-B214-1D5E-59F9E67FDC03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589528" sldId="271"/>
        </pc:sldMkLst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6" creationId="{C951357C-8AF6-6A59-48E1-0566075394E4}"/>
          </ac:spMkLst>
        </pc:spChg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8" creationId="{99E14090-E71E-71FD-0489-CE1A8B5CA77C}"/>
          </ac:spMkLst>
        </pc:spChg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10" creationId="{EAA0CDAA-8629-4D33-5467-F4413EDFFC62}"/>
          </ac:spMkLst>
        </pc:spChg>
      </pc:sldChg>
      <pc:sldChg chg="add">
        <pc:chgData name="Philip Quinlan (staff)" userId="e4d2dca1-4af9-4c27-ad07-49420c5bb10c" providerId="ADAL" clId="{7BFA38A9-8DE7-5AC8-AF87-1BADB42F4D97}" dt="2026-06-25T15:41:20.584" v="274"/>
        <pc:sldMkLst>
          <pc:docMk/>
          <pc:sldMk cId="503370197" sldId="272"/>
        </pc:sldMkLst>
      </pc:sldChg>
      <pc:sldChg chg="add">
        <pc:chgData name="Philip Quinlan (staff)" userId="e4d2dca1-4af9-4c27-ad07-49420c5bb10c" providerId="ADAL" clId="{7BFA38A9-8DE7-5AC8-AF87-1BADB42F4D97}" dt="2026-06-25T15:41:20.584" v="274"/>
        <pc:sldMkLst>
          <pc:docMk/>
          <pc:sldMk cId="2867343403" sldId="273"/>
        </pc:sldMkLst>
      </pc:sldChg>
      <pc:sldChg chg="modSp add mod">
        <pc:chgData name="Philip Quinlan (staff)" userId="e4d2dca1-4af9-4c27-ad07-49420c5bb10c" providerId="ADAL" clId="{7BFA38A9-8DE7-5AC8-AF87-1BADB42F4D97}" dt="2026-06-25T15:41:41.971" v="289" actId="20577"/>
        <pc:sldMkLst>
          <pc:docMk/>
          <pc:sldMk cId="3537632637" sldId="274"/>
        </pc:sldMkLst>
        <pc:spChg chg="mod">
          <ac:chgData name="Philip Quinlan (staff)" userId="e4d2dca1-4af9-4c27-ad07-49420c5bb10c" providerId="ADAL" clId="{7BFA38A9-8DE7-5AC8-AF87-1BADB42F4D97}" dt="2026-06-25T15:41:41.971" v="289" actId="20577"/>
          <ac:spMkLst>
            <pc:docMk/>
            <pc:sldMk cId="3537632637" sldId="274"/>
            <ac:spMk id="5" creationId="{7BC50C8C-9801-220C-74B0-E2606FAD1F00}"/>
          </ac:spMkLst>
        </pc:spChg>
      </pc:sldChg>
      <pc:sldChg chg="add">
        <pc:chgData name="Philip Quinlan (staff)" userId="e4d2dca1-4af9-4c27-ad07-49420c5bb10c" providerId="ADAL" clId="{7BFA38A9-8DE7-5AC8-AF87-1BADB42F4D97}" dt="2026-06-25T15:41:57.677" v="292"/>
        <pc:sldMkLst>
          <pc:docMk/>
          <pc:sldMk cId="704036204" sldId="275"/>
        </pc:sldMkLst>
      </pc:sldChg>
      <pc:sldChg chg="addSp delSp modSp add mod">
        <pc:chgData name="Philip Quinlan (staff)" userId="e4d2dca1-4af9-4c27-ad07-49420c5bb10c" providerId="ADAL" clId="{7BFA38A9-8DE7-5AC8-AF87-1BADB42F4D97}" dt="2026-06-25T15:45:36.752" v="349" actId="1076"/>
        <pc:sldMkLst>
          <pc:docMk/>
          <pc:sldMk cId="1506035105" sldId="276"/>
        </pc:sldMkLst>
        <pc:spChg chg="add mod">
          <ac:chgData name="Philip Quinlan (staff)" userId="e4d2dca1-4af9-4c27-ad07-49420c5bb10c" providerId="ADAL" clId="{7BFA38A9-8DE7-5AC8-AF87-1BADB42F4D97}" dt="2026-06-25T15:44:56.582" v="346" actId="20577"/>
          <ac:spMkLst>
            <pc:docMk/>
            <pc:sldMk cId="1506035105" sldId="276"/>
            <ac:spMk id="2" creationId="{2010FD4C-A384-CB93-40CE-2DEE39F64FA8}"/>
          </ac:spMkLst>
        </pc:spChg>
        <pc:spChg chg="del">
          <ac:chgData name="Philip Quinlan (staff)" userId="e4d2dca1-4af9-4c27-ad07-49420c5bb10c" providerId="ADAL" clId="{7BFA38A9-8DE7-5AC8-AF87-1BADB42F4D97}" dt="2026-06-25T15:44:51.525" v="326" actId="478"/>
          <ac:spMkLst>
            <pc:docMk/>
            <pc:sldMk cId="1506035105" sldId="276"/>
            <ac:spMk id="5" creationId="{4C99B663-3695-220F-BCC9-2D0045F9EF59}"/>
          </ac:spMkLst>
        </pc:spChg>
        <pc:picChg chg="add mod">
          <ac:chgData name="Philip Quinlan (staff)" userId="e4d2dca1-4af9-4c27-ad07-49420c5bb10c" providerId="ADAL" clId="{7BFA38A9-8DE7-5AC8-AF87-1BADB42F4D97}" dt="2026-06-25T15:45:36.752" v="349" actId="1076"/>
          <ac:picMkLst>
            <pc:docMk/>
            <pc:sldMk cId="1506035105" sldId="276"/>
            <ac:picMk id="13" creationId="{2B5DD135-F5B7-70A2-3787-430EC5FAA620}"/>
          </ac:picMkLst>
        </pc:picChg>
        <pc:picChg chg="add mod">
          <ac:chgData name="Philip Quinlan (staff)" userId="e4d2dca1-4af9-4c27-ad07-49420c5bb10c" providerId="ADAL" clId="{7BFA38A9-8DE7-5AC8-AF87-1BADB42F4D97}" dt="2026-06-25T15:45:33.927" v="348" actId="1076"/>
          <ac:picMkLst>
            <pc:docMk/>
            <pc:sldMk cId="1506035105" sldId="276"/>
            <ac:picMk id="15" creationId="{687F8672-398A-9380-136F-9E59E9B80B0D}"/>
          </ac:picMkLst>
        </pc:picChg>
      </pc:sldChg>
      <pc:sldChg chg="addSp delSp modSp add mod">
        <pc:chgData name="Philip Quinlan (staff)" userId="e4d2dca1-4af9-4c27-ad07-49420c5bb10c" providerId="ADAL" clId="{7BFA38A9-8DE7-5AC8-AF87-1BADB42F4D97}" dt="2026-06-25T15:46:21.735" v="365" actId="1076"/>
        <pc:sldMkLst>
          <pc:docMk/>
          <pc:sldMk cId="608669729" sldId="277"/>
        </pc:sldMkLst>
        <pc:spChg chg="del">
          <ac:chgData name="Philip Quinlan (staff)" userId="e4d2dca1-4af9-4c27-ad07-49420c5bb10c" providerId="ADAL" clId="{7BFA38A9-8DE7-5AC8-AF87-1BADB42F4D97}" dt="2026-06-25T15:46:12.390" v="355" actId="478"/>
          <ac:spMkLst>
            <pc:docMk/>
            <pc:sldMk cId="608669729" sldId="277"/>
            <ac:spMk id="2" creationId="{6AED76BA-6385-5D7B-E4BB-C7BE51561552}"/>
          </ac:spMkLst>
        </pc:spChg>
        <pc:spChg chg="add mod">
          <ac:chgData name="Philip Quinlan (staff)" userId="e4d2dca1-4af9-4c27-ad07-49420c5bb10c" providerId="ADAL" clId="{7BFA38A9-8DE7-5AC8-AF87-1BADB42F4D97}" dt="2026-06-25T15:46:21.735" v="365" actId="1076"/>
          <ac:spMkLst>
            <pc:docMk/>
            <pc:sldMk cId="608669729" sldId="277"/>
            <ac:spMk id="3" creationId="{85D8B703-9E01-477C-FBEB-EC1E9A3D6F55}"/>
          </ac:spMkLst>
        </pc:spChg>
        <pc:picChg chg="del">
          <ac:chgData name="Philip Quinlan (staff)" userId="e4d2dca1-4af9-4c27-ad07-49420c5bb10c" providerId="ADAL" clId="{7BFA38A9-8DE7-5AC8-AF87-1BADB42F4D97}" dt="2026-06-25T15:45:50.846" v="352" actId="478"/>
          <ac:picMkLst>
            <pc:docMk/>
            <pc:sldMk cId="608669729" sldId="277"/>
            <ac:picMk id="4" creationId="{D6A180E9-83E7-F9CE-3D72-8C01F0B547B6}"/>
          </ac:picMkLst>
        </pc:picChg>
        <pc:picChg chg="add mod">
          <ac:chgData name="Philip Quinlan (staff)" userId="e4d2dca1-4af9-4c27-ad07-49420c5bb10c" providerId="ADAL" clId="{7BFA38A9-8DE7-5AC8-AF87-1BADB42F4D97}" dt="2026-06-25T15:46:13.357" v="356"/>
          <ac:picMkLst>
            <pc:docMk/>
            <pc:sldMk cId="608669729" sldId="277"/>
            <ac:picMk id="5" creationId="{08E0ADD2-7F47-6F59-C0CE-865BBB7A237E}"/>
          </ac:picMkLst>
        </pc:picChg>
        <pc:picChg chg="del">
          <ac:chgData name="Philip Quinlan (staff)" userId="e4d2dca1-4af9-4c27-ad07-49420c5bb10c" providerId="ADAL" clId="{7BFA38A9-8DE7-5AC8-AF87-1BADB42F4D97}" dt="2026-06-25T15:45:53.764" v="353" actId="478"/>
          <ac:picMkLst>
            <pc:docMk/>
            <pc:sldMk cId="608669729" sldId="277"/>
            <ac:picMk id="12" creationId="{D2FD25B1-B144-A0EB-99DC-360A6148E626}"/>
          </ac:picMkLst>
        </pc:picChg>
        <pc:picChg chg="del">
          <ac:chgData name="Philip Quinlan (staff)" userId="e4d2dca1-4af9-4c27-ad07-49420c5bb10c" providerId="ADAL" clId="{7BFA38A9-8DE7-5AC8-AF87-1BADB42F4D97}" dt="2026-06-25T15:45:48.448" v="351" actId="478"/>
          <ac:picMkLst>
            <pc:docMk/>
            <pc:sldMk cId="608669729" sldId="277"/>
            <ac:picMk id="13" creationId="{0523C0C9-DC06-78D0-618B-EA9C334D2EC4}"/>
          </ac:picMkLst>
        </pc:picChg>
        <pc:picChg chg="add mod">
          <ac:chgData name="Philip Quinlan (staff)" userId="e4d2dca1-4af9-4c27-ad07-49420c5bb10c" providerId="ADAL" clId="{7BFA38A9-8DE7-5AC8-AF87-1BADB42F4D97}" dt="2026-06-25T15:46:13.357" v="356"/>
          <ac:picMkLst>
            <pc:docMk/>
            <pc:sldMk cId="608669729" sldId="277"/>
            <ac:picMk id="14" creationId="{B524ABB2-8E22-69D5-71C1-04D58D4F5838}"/>
          </ac:picMkLst>
        </pc:picChg>
        <pc:picChg chg="del">
          <ac:chgData name="Philip Quinlan (staff)" userId="e4d2dca1-4af9-4c27-ad07-49420c5bb10c" providerId="ADAL" clId="{7BFA38A9-8DE7-5AC8-AF87-1BADB42F4D97}" dt="2026-06-25T15:45:54.863" v="354" actId="478"/>
          <ac:picMkLst>
            <pc:docMk/>
            <pc:sldMk cId="608669729" sldId="277"/>
            <ac:picMk id="15" creationId="{ADBF22C5-486F-AD89-FA07-8FA7147539F6}"/>
          </ac:picMkLst>
        </pc:picChg>
      </pc:sldChg>
      <pc:sldChg chg="add">
        <pc:chgData name="Philip Quinlan (staff)" userId="e4d2dca1-4af9-4c27-ad07-49420c5bb10c" providerId="ADAL" clId="{7BFA38A9-8DE7-5AC8-AF87-1BADB42F4D97}" dt="2026-06-25T15:46:32.563" v="367"/>
        <pc:sldMkLst>
          <pc:docMk/>
          <pc:sldMk cId="1112638356" sldId="278"/>
        </pc:sldMkLst>
      </pc:sldChg>
      <pc:sldChg chg="modSp add mod">
        <pc:chgData name="Philip Quinlan (staff)" userId="e4d2dca1-4af9-4c27-ad07-49420c5bb10c" providerId="ADAL" clId="{7BFA38A9-8DE7-5AC8-AF87-1BADB42F4D97}" dt="2026-06-25T15:46:51.526" v="396" actId="14100"/>
        <pc:sldMkLst>
          <pc:docMk/>
          <pc:sldMk cId="2491421163" sldId="279"/>
        </pc:sldMkLst>
        <pc:spChg chg="mod">
          <ac:chgData name="Philip Quinlan (staff)" userId="e4d2dca1-4af9-4c27-ad07-49420c5bb10c" providerId="ADAL" clId="{7BFA38A9-8DE7-5AC8-AF87-1BADB42F4D97}" dt="2026-06-25T15:46:51.526" v="396" actId="14100"/>
          <ac:spMkLst>
            <pc:docMk/>
            <pc:sldMk cId="2491421163" sldId="279"/>
            <ac:spMk id="5" creationId="{325D3ECF-94FA-2926-D36B-EB173D99689D}"/>
          </ac:spMkLst>
        </pc:spChg>
      </pc:sldChg>
      <pc:sldChg chg="modSp add mod">
        <pc:chgData name="Philip Quinlan (staff)" userId="e4d2dca1-4af9-4c27-ad07-49420c5bb10c" providerId="ADAL" clId="{7BFA38A9-8DE7-5AC8-AF87-1BADB42F4D97}" dt="2026-06-25T15:47:53.796" v="442" actId="20577"/>
        <pc:sldMkLst>
          <pc:docMk/>
          <pc:sldMk cId="172189930" sldId="280"/>
        </pc:sldMkLst>
        <pc:spChg chg="mod">
          <ac:chgData name="Philip Quinlan (staff)" userId="e4d2dca1-4af9-4c27-ad07-49420c5bb10c" providerId="ADAL" clId="{7BFA38A9-8DE7-5AC8-AF87-1BADB42F4D97}" dt="2026-06-25T15:47:53.796" v="442" actId="20577"/>
          <ac:spMkLst>
            <pc:docMk/>
            <pc:sldMk cId="172189930" sldId="280"/>
            <ac:spMk id="5" creationId="{0562DDD3-825F-F14F-2038-7FD395245579}"/>
          </ac:spMkLst>
        </pc:spChg>
      </pc:sldChg>
      <pc:sldChg chg="modSp add mod ord">
        <pc:chgData name="Philip Quinlan (staff)" userId="e4d2dca1-4af9-4c27-ad07-49420c5bb10c" providerId="ADAL" clId="{7BFA38A9-8DE7-5AC8-AF87-1BADB42F4D97}" dt="2026-06-25T15:49:47.861" v="458" actId="207"/>
        <pc:sldMkLst>
          <pc:docMk/>
          <pc:sldMk cId="159512539" sldId="281"/>
        </pc:sldMkLst>
        <pc:picChg chg="mod">
          <ac:chgData name="Philip Quinlan (staff)" userId="e4d2dca1-4af9-4c27-ad07-49420c5bb10c" providerId="ADAL" clId="{7BFA38A9-8DE7-5AC8-AF87-1BADB42F4D97}" dt="2026-06-25T15:49:42.441" v="457" actId="207"/>
          <ac:picMkLst>
            <pc:docMk/>
            <pc:sldMk cId="159512539" sldId="281"/>
            <ac:picMk id="4" creationId="{1AA62AB8-B01D-308E-6806-367C0D5EB093}"/>
          </ac:picMkLst>
        </pc:picChg>
        <pc:picChg chg="mod">
          <ac:chgData name="Philip Quinlan (staff)" userId="e4d2dca1-4af9-4c27-ad07-49420c5bb10c" providerId="ADAL" clId="{7BFA38A9-8DE7-5AC8-AF87-1BADB42F4D97}" dt="2026-06-25T15:49:47.861" v="458" actId="207"/>
          <ac:picMkLst>
            <pc:docMk/>
            <pc:sldMk cId="159512539" sldId="281"/>
            <ac:picMk id="12" creationId="{57CE8E09-094D-244A-A5FC-D527DAC94987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50:19.950" v="462" actId="2696"/>
        <pc:sldMkLst>
          <pc:docMk/>
          <pc:sldMk cId="375500714" sldId="282"/>
        </pc:sldMkLst>
        <pc:spChg chg="mod">
          <ac:chgData name="Philip Quinlan (staff)" userId="e4d2dca1-4af9-4c27-ad07-49420c5bb10c" providerId="ADAL" clId="{7BFA38A9-8DE7-5AC8-AF87-1BADB42F4D97}" dt="2026-06-25T15:49:02.587" v="451" actId="1076"/>
          <ac:spMkLst>
            <pc:docMk/>
            <pc:sldMk cId="375500714" sldId="282"/>
            <ac:spMk id="8" creationId="{3C5BB94D-36F2-1361-9954-D448F1902F3A}"/>
          </ac:spMkLst>
        </pc:spChg>
        <pc:spChg chg="mod">
          <ac:chgData name="Philip Quinlan (staff)" userId="e4d2dca1-4af9-4c27-ad07-49420c5bb10c" providerId="ADAL" clId="{7BFA38A9-8DE7-5AC8-AF87-1BADB42F4D97}" dt="2026-06-25T15:49:14.385" v="455" actId="1076"/>
          <ac:spMkLst>
            <pc:docMk/>
            <pc:sldMk cId="375500714" sldId="282"/>
            <ac:spMk id="10" creationId="{8A3FE507-C0E3-2286-1E13-B3E59996CC09}"/>
          </ac:spMkLst>
        </pc:spChg>
        <pc:picChg chg="mod">
          <ac:chgData name="Philip Quinlan (staff)" userId="e4d2dca1-4af9-4c27-ad07-49420c5bb10c" providerId="ADAL" clId="{7BFA38A9-8DE7-5AC8-AF87-1BADB42F4D97}" dt="2026-06-25T15:50:02.336" v="460" actId="207"/>
          <ac:picMkLst>
            <pc:docMk/>
            <pc:sldMk cId="375500714" sldId="282"/>
            <ac:picMk id="4" creationId="{32A1E54F-A73B-6249-BE77-CCC8327981BD}"/>
          </ac:picMkLst>
        </pc:picChg>
        <pc:picChg chg="mod">
          <ac:chgData name="Philip Quinlan (staff)" userId="e4d2dca1-4af9-4c27-ad07-49420c5bb10c" providerId="ADAL" clId="{7BFA38A9-8DE7-5AC8-AF87-1BADB42F4D97}" dt="2026-06-25T15:49:56.666" v="459" actId="207"/>
          <ac:picMkLst>
            <pc:docMk/>
            <pc:sldMk cId="375500714" sldId="282"/>
            <ac:picMk id="12" creationId="{5DB56809-1232-FF92-2028-8DF440E77702}"/>
          </ac:picMkLst>
        </pc:picChg>
      </pc:sldChg>
      <pc:sldChg chg="modSp add mod">
        <pc:chgData name="Philip Quinlan (staff)" userId="e4d2dca1-4af9-4c27-ad07-49420c5bb10c" providerId="ADAL" clId="{7BFA38A9-8DE7-5AC8-AF87-1BADB42F4D97}" dt="2026-06-25T15:52:23.502" v="525" actId="20577"/>
        <pc:sldMkLst>
          <pc:docMk/>
          <pc:sldMk cId="2298953878" sldId="282"/>
        </pc:sldMkLst>
        <pc:spChg chg="mod">
          <ac:chgData name="Philip Quinlan (staff)" userId="e4d2dca1-4af9-4c27-ad07-49420c5bb10c" providerId="ADAL" clId="{7BFA38A9-8DE7-5AC8-AF87-1BADB42F4D97}" dt="2026-06-25T15:52:23.502" v="525" actId="20577"/>
          <ac:spMkLst>
            <pc:docMk/>
            <pc:sldMk cId="2298953878" sldId="282"/>
            <ac:spMk id="5" creationId="{E609399F-9535-8587-2C23-2205EDFC93CB}"/>
          </ac:spMkLst>
        </pc:spChg>
        <pc:picChg chg="mod">
          <ac:chgData name="Philip Quinlan (staff)" userId="e4d2dca1-4af9-4c27-ad07-49420c5bb10c" providerId="ADAL" clId="{7BFA38A9-8DE7-5AC8-AF87-1BADB42F4D97}" dt="2026-06-25T15:51:55.432" v="475" actId="207"/>
          <ac:picMkLst>
            <pc:docMk/>
            <pc:sldMk cId="2298953878" sldId="282"/>
            <ac:picMk id="4" creationId="{0016B85C-6D79-3C92-E803-8A6CECAF6A23}"/>
          </ac:picMkLst>
        </pc:picChg>
        <pc:picChg chg="mod">
          <ac:chgData name="Philip Quinlan (staff)" userId="e4d2dca1-4af9-4c27-ad07-49420c5bb10c" providerId="ADAL" clId="{7BFA38A9-8DE7-5AC8-AF87-1BADB42F4D97}" dt="2026-06-25T15:52:00.567" v="476" actId="207"/>
          <ac:picMkLst>
            <pc:docMk/>
            <pc:sldMk cId="2298953878" sldId="282"/>
            <ac:picMk id="12" creationId="{D0C8F3A0-ADE3-BC4E-498A-F61AE7CE05B0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51:32.747" v="470" actId="2696"/>
        <pc:sldMkLst>
          <pc:docMk/>
          <pc:sldMk cId="890949201" sldId="283"/>
        </pc:sldMkLst>
        <pc:picChg chg="mod">
          <ac:chgData name="Philip Quinlan (staff)" userId="e4d2dca1-4af9-4c27-ad07-49420c5bb10c" providerId="ADAL" clId="{7BFA38A9-8DE7-5AC8-AF87-1BADB42F4D97}" dt="2026-06-25T15:50:31.448" v="464" actId="1076"/>
          <ac:picMkLst>
            <pc:docMk/>
            <pc:sldMk cId="890949201" sldId="283"/>
            <ac:picMk id="4" creationId="{B50BAB58-B402-63BE-EC98-84BD66390FA8}"/>
          </ac:picMkLst>
        </pc:picChg>
        <pc:picChg chg="mod">
          <ac:chgData name="Philip Quinlan (staff)" userId="e4d2dca1-4af9-4c27-ad07-49420c5bb10c" providerId="ADAL" clId="{7BFA38A9-8DE7-5AC8-AF87-1BADB42F4D97}" dt="2026-06-25T15:50:54.290" v="465" actId="1076"/>
          <ac:picMkLst>
            <pc:docMk/>
            <pc:sldMk cId="890949201" sldId="283"/>
            <ac:picMk id="12" creationId="{95C8C08D-0593-627F-2710-A71F6301F7BD}"/>
          </ac:picMkLst>
        </pc:picChg>
      </pc:sldChg>
      <pc:sldChg chg="add ord">
        <pc:chgData name="Philip Quinlan (staff)" userId="e4d2dca1-4af9-4c27-ad07-49420c5bb10c" providerId="ADAL" clId="{7BFA38A9-8DE7-5AC8-AF87-1BADB42F4D97}" dt="2026-06-25T15:53:10.513" v="533" actId="20578"/>
        <pc:sldMkLst>
          <pc:docMk/>
          <pc:sldMk cId="1890580577" sldId="283"/>
        </pc:sldMkLst>
      </pc:sldChg>
      <pc:sldChg chg="modSp add del mod">
        <pc:chgData name="Philip Quinlan (staff)" userId="e4d2dca1-4af9-4c27-ad07-49420c5bb10c" providerId="ADAL" clId="{7BFA38A9-8DE7-5AC8-AF87-1BADB42F4D97}" dt="2026-06-25T15:51:32.747" v="470" actId="2696"/>
        <pc:sldMkLst>
          <pc:docMk/>
          <pc:sldMk cId="2847249027" sldId="284"/>
        </pc:sldMkLst>
        <pc:spChg chg="mod">
          <ac:chgData name="Philip Quinlan (staff)" userId="e4d2dca1-4af9-4c27-ad07-49420c5bb10c" providerId="ADAL" clId="{7BFA38A9-8DE7-5AC8-AF87-1BADB42F4D97}" dt="2026-06-25T15:50:58.790" v="468" actId="1076"/>
          <ac:spMkLst>
            <pc:docMk/>
            <pc:sldMk cId="2847249027" sldId="284"/>
            <ac:spMk id="10" creationId="{5D3DD04B-7165-3B13-A6F1-3C5E3B858DB9}"/>
          </ac:spMkLst>
        </pc:spChg>
        <pc:picChg chg="mod">
          <ac:chgData name="Philip Quinlan (staff)" userId="e4d2dca1-4af9-4c27-ad07-49420c5bb10c" providerId="ADAL" clId="{7BFA38A9-8DE7-5AC8-AF87-1BADB42F4D97}" dt="2026-06-25T15:51:02.482" v="469" actId="1076"/>
          <ac:picMkLst>
            <pc:docMk/>
            <pc:sldMk cId="2847249027" sldId="284"/>
            <ac:picMk id="4" creationId="{8C699F48-904E-8528-6D13-BC066C700EA1}"/>
          </ac:picMkLst>
        </pc:picChg>
      </pc:sldChg>
      <pc:sldChg chg="add ord">
        <pc:chgData name="Philip Quinlan (staff)" userId="e4d2dca1-4af9-4c27-ad07-49420c5bb10c" providerId="ADAL" clId="{7BFA38A9-8DE7-5AC8-AF87-1BADB42F4D97}" dt="2026-06-25T15:53:12.145" v="534" actId="20578"/>
        <pc:sldMkLst>
          <pc:docMk/>
          <pc:sldMk cId="3410387048" sldId="284"/>
        </pc:sldMkLst>
      </pc:sldChg>
      <pc:sldChg chg="add ord">
        <pc:chgData name="Philip Quinlan (staff)" userId="e4d2dca1-4af9-4c27-ad07-49420c5bb10c" providerId="ADAL" clId="{7BFA38A9-8DE7-5AC8-AF87-1BADB42F4D97}" dt="2026-06-25T15:53:05.799" v="532" actId="20578"/>
        <pc:sldMkLst>
          <pc:docMk/>
          <pc:sldMk cId="1681274316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423A-BA55-FF56-31AB-BBCDDDBA5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341FE-2ABC-BF7D-2155-D91D64AF0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090D-422A-84FA-C976-786741FB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7ED5-E009-F2D8-97C4-9E54E788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DE46-D378-8B26-CA52-09F90526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2A9D-04BC-53E7-9A3E-302EDE22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B2F1-8337-04E5-6D4B-F250B22A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D359-79C1-EB26-13CF-D11080F7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C365-0768-58FF-54D7-87FCC288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C475-09BB-F0AF-E9D3-E3DCDBF5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A20E-1697-9491-895B-D5616605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31A23-BECB-6950-919E-6325449F9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BDFB-9459-4505-5C79-5EBA2A5D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BA6B2-D0F2-8FE5-4916-40FAAEA6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60E7-333A-0605-9058-E53CC808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3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2A35-6D77-5C32-377B-7C9A881E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AFA2-16C0-07EA-2848-C9679C190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A6903-5868-8868-9D7A-AAD9C662F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8DAA-35B6-9434-E23F-64BA9E3F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A53B6-5EC9-B3B9-71A1-64888127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BCE60-9B9C-DB8A-D51D-9E1DBCFF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D4C1-1A01-C12C-3F09-6645A2E1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93B24-A685-1104-574E-A598F544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17F6B-98DC-0465-851A-00E0D49CA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57CB6-7A8E-A080-C73E-F713393D9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C50F-13E8-E523-98BF-DA75AC131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FA09-1A62-6B06-21F8-32A00DB2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C6D11-60D3-22F2-5B5D-C13F83D4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ACDD0-3C64-BB51-3DAF-FFA2C432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6CBE-8FCB-E591-AF32-2C59BE06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4FBE7-D1D3-7528-FBC7-516AA6C9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4AF6C-AD59-3240-262B-C8F7E461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61F4B-02BF-4643-82E5-C27C2870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8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807CB-9D1B-E26A-5CC9-9E900CB1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47105-1702-5068-C7E3-B15B07CE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33CD-CBA3-5DC8-4C57-7EEEF11C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DF55-A0A3-782B-3429-8EA461F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5DB7-B150-AA1F-C51E-C5B70519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EE3D9-CEFF-1C0E-9582-F992959A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80391-2AA8-BE52-692E-B630C894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F617-8BAF-31EB-E127-7B0165A2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CA8A9-97E5-182B-A541-4EC5EF05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2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2FD8-A037-8709-FCB6-34E8C938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4EF2C-B9CB-36B5-A1DC-5FF8DADC4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6EA4A-52D7-EA65-F7F9-5C1590EE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8C8EB-4664-FE44-9B75-DB14F744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D05FA-08D9-2244-0D75-3F661E09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F68EB-C8EC-CD07-2BF4-4E6ECDF0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B31DE-DAB6-074F-19A5-4BBE1FE3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95E4-5EBF-3F95-6E58-7393C518B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985E-5DEA-5BA0-5EEA-725AA484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37B6-20F9-20B7-DA41-C39E5EE7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2D7D-66F3-1A5D-8E5C-EC4A937F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4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3F50E-8392-B077-0383-C265D4372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5D070-999D-A2CF-F761-6A081EED8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6D1F-412B-FF12-978D-2780D1D4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900C-48F0-027C-FDA3-0E2A3AF1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CD58-2F17-7D3C-5912-19A0AB7C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6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4A7B6-172A-2C35-A0B2-1543D588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988FD-84E7-EEB7-36C3-ABEB7A2F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F2626-306D-B620-CAF0-DDBBA8EF2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A559D-E096-66DE-F0BA-0A46DFD73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C06-6310-BB8C-2254-C42EB3532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0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15FECE-7F0D-87FB-0F8A-890DAE18D368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B927-7F91-67BF-B023-761944685632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4596D7-77F9-9CDF-56FD-C570159ABE4B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936CA-76A1-389A-0F35-366B45214E73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4C016E-EC10-03C4-B6DA-EB16CCDCD904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C1A0E-FDCF-0415-0D4F-AFDDDA756592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2528B-17AB-D02A-A602-DE423E1A3E2A}"/>
              </a:ext>
            </a:extLst>
          </p:cNvPr>
          <p:cNvSpPr txBox="1"/>
          <p:nvPr/>
        </p:nvSpPr>
        <p:spPr>
          <a:xfrm>
            <a:off x="2285653" y="1404034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 is started from a single location</a:t>
            </a:r>
          </a:p>
        </p:txBody>
      </p:sp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C7861020-16B0-94A9-2AF5-376398EA2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  <p:pic>
        <p:nvPicPr>
          <p:cNvPr id="5" name="Graphic 4" descr="Research with solid fill">
            <a:extLst>
              <a:ext uri="{FF2B5EF4-FFF2-40B4-BE49-F238E27FC236}">
                <a16:creationId xmlns:a16="http://schemas.microsoft.com/office/drawing/2014/main" id="{CDC0DFB7-295D-4AD0-DDDB-A776B9EFF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70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70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CB81-5BC2-78BF-B554-C30A88BA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694402-52E1-881A-D179-0F8D4D04C224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0AE0D1-15B8-D159-3439-BCCF8ABEA1CD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BF998-1BCE-E404-ECCF-DABEE60153A8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BA79CC-723F-F96E-C960-6E44293ACDE8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2CB77-24C1-CDBF-2CD4-E9C924A68C99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7A848-DAB1-0249-B605-E2D018D065E0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C5D8-9369-CA8B-A5EF-AB59AAE4D870}"/>
              </a:ext>
            </a:extLst>
          </p:cNvPr>
          <p:cNvSpPr txBox="1"/>
          <p:nvPr/>
        </p:nvSpPr>
        <p:spPr>
          <a:xfrm>
            <a:off x="4794956" y="4392072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TRE receives the</a:t>
            </a:r>
          </a:p>
          <a:p>
            <a:pPr algn="ctr"/>
            <a:r>
              <a:rPr lang="en-US" dirty="0"/>
              <a:t>analysis to run</a:t>
            </a:r>
          </a:p>
        </p:txBody>
      </p:sp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E5B1DDED-46BD-3927-93DD-C292CC9BD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7278" y="4170202"/>
            <a:ext cx="914400" cy="914400"/>
          </a:xfrm>
          <a:prstGeom prst="rect">
            <a:avLst/>
          </a:prstGeom>
        </p:spPr>
      </p:pic>
      <p:pic>
        <p:nvPicPr>
          <p:cNvPr id="5" name="Graphic 4" descr="Research with solid fill">
            <a:extLst>
              <a:ext uri="{FF2B5EF4-FFF2-40B4-BE49-F238E27FC236}">
                <a16:creationId xmlns:a16="http://schemas.microsoft.com/office/drawing/2014/main" id="{42EEAEB0-E412-1123-0FD0-575433CD7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0189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4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5B8C-0F38-78C9-9DC7-CC29AABD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DD5E91-F54D-1953-02BC-EB067037C38A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ADC672-5541-BE31-0612-D2D26C80BE5A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E93CF-E8AA-2E74-B547-9219F5FFC755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88E1BB-3DB0-5381-60EB-32A9DBBF3F9F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B2BA7-BA5A-586C-08DE-42CE324C85C4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E7A332-F9BB-5420-EE7B-9BFEEDBDFDD4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50C8C-9801-220C-74B0-E2606FAD1F00}"/>
              </a:ext>
            </a:extLst>
          </p:cNvPr>
          <p:cNvSpPr txBox="1"/>
          <p:nvPr/>
        </p:nvSpPr>
        <p:spPr>
          <a:xfrm>
            <a:off x="4794956" y="4392072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Model weights are created in each TRE</a:t>
            </a:r>
          </a:p>
        </p:txBody>
      </p:sp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92D9CA74-EA02-0371-52FE-7E5410BC7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4089" y="4159955"/>
            <a:ext cx="914400" cy="914400"/>
          </a:xfrm>
          <a:prstGeom prst="rect">
            <a:avLst/>
          </a:prstGeom>
        </p:spPr>
      </p:pic>
      <p:pic>
        <p:nvPicPr>
          <p:cNvPr id="13" name="Graphic 12" descr="Paper with solid fill">
            <a:extLst>
              <a:ext uri="{FF2B5EF4-FFF2-40B4-BE49-F238E27FC236}">
                <a16:creationId xmlns:a16="http://schemas.microsoft.com/office/drawing/2014/main" id="{48B4B9B1-C219-694C-729C-32E4E95C5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3378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32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8676-45EF-4B04-08B6-1FE16699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5C7E1F-A7E6-0265-51C5-D8096ADCCB2B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F8A2D8-4415-78AD-817D-51CD7574AA85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D9E3C-4E96-143C-275F-53B556CABBB7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81031F-8087-4438-812B-0CD8DE58FD95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62F3E-183B-AD40-4346-CC53441C1186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9F28F-3C0C-4982-49EF-B180318DA3B5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E12CD-9A3D-B23D-58DE-E7519F4ABDC6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 are received back</a:t>
            </a:r>
          </a:p>
        </p:txBody>
      </p:sp>
      <p:pic>
        <p:nvPicPr>
          <p:cNvPr id="4" name="Graphic 3" descr="Paper with solid fill">
            <a:extLst>
              <a:ext uri="{FF2B5EF4-FFF2-40B4-BE49-F238E27FC236}">
                <a16:creationId xmlns:a16="http://schemas.microsoft.com/office/drawing/2014/main" id="{F902B25F-001B-8600-5C55-2B11D7B26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8711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9D947DE4-95F4-8C51-759C-648ABA27E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2112" y="1253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36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2C0C-C620-1A5A-A19D-19A8A2EA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AD35E-8C3F-77CB-A7C0-460FAA676637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682806-43B1-118A-D0A4-FAA9D838874B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6130-CDAD-78BB-ACFA-DC964388D02C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B349B1-A4CB-EAB3-5289-F800F66C5B13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E11FD-E3C5-9AB9-093A-90ED61517A6C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DF45D-7F64-555D-C77A-2E08C2E9C863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0782E-EA8D-ED7E-F645-52CE2553E3C4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Turned into a single model</a:t>
            </a:r>
          </a:p>
        </p:txBody>
      </p:sp>
      <p:pic>
        <p:nvPicPr>
          <p:cNvPr id="3" name="Graphic 2" descr="Illustrator with solid fill">
            <a:extLst>
              <a:ext uri="{FF2B5EF4-FFF2-40B4-BE49-F238E27FC236}">
                <a16:creationId xmlns:a16="http://schemas.microsoft.com/office/drawing/2014/main" id="{9932F80A-D524-64E3-34BF-3E7A9FD58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90AF79DB-8A5A-D90A-46FC-6F63B2024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2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8248-76A2-0DCC-CF8B-D16CCDDB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857584-E601-DFC2-98C3-BD2856A0A26E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B94D6E-024F-86E7-F20A-0958591D6F75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C5DAD-1D03-1BD2-DE7A-4DADBCE03366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A6D96D-8A0F-6438-A6D4-6B2402E51E38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65101-49C1-D442-3A4E-64CE9C504C5F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F23A1-0DC3-7087-6405-365D50AAE46B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F296C-9022-4EE3-2570-8A6E20A1234D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Resent back to TREs</a:t>
            </a:r>
          </a:p>
        </p:txBody>
      </p:sp>
      <p:pic>
        <p:nvPicPr>
          <p:cNvPr id="4" name="Graphic 3" descr="Illustrator with solid fill">
            <a:extLst>
              <a:ext uri="{FF2B5EF4-FFF2-40B4-BE49-F238E27FC236}">
                <a16:creationId xmlns:a16="http://schemas.microsoft.com/office/drawing/2014/main" id="{321B4575-D099-4722-84F0-1584F3343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4333" y="4159956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5C8647C2-D900-6126-98CE-448C86FE1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1732" y="41599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76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88C2-30C8-B22F-7214-32E488AB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618FF-5F9B-524D-BBC9-422436632D53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4CBAA0-780A-18D3-5FBA-DE060A0F3C29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BD6E3-F980-7041-125D-4394C3B65AD4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4979B8-8CFF-63FD-6A4B-612C64C71C42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2571E-CA4E-E0C9-FB48-3311BB343742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DA8446-08DF-79EF-61F2-883807642CE3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pic>
        <p:nvPicPr>
          <p:cNvPr id="4" name="Graphic 3" descr="Illustrator with solid fill">
            <a:extLst>
              <a:ext uri="{FF2B5EF4-FFF2-40B4-BE49-F238E27FC236}">
                <a16:creationId xmlns:a16="http://schemas.microsoft.com/office/drawing/2014/main" id="{6896F0F1-72BE-F050-62A7-B2ABCC14F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4333" y="4159956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825800DC-B0CE-8396-F972-8F25A9455B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1732" y="415995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10FD4C-A384-CB93-40CE-2DEE39F64FA8}"/>
              </a:ext>
            </a:extLst>
          </p:cNvPr>
          <p:cNvSpPr txBox="1"/>
          <p:nvPr/>
        </p:nvSpPr>
        <p:spPr>
          <a:xfrm>
            <a:off x="4588889" y="43212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Further refinement</a:t>
            </a:r>
          </a:p>
        </p:txBody>
      </p:sp>
      <p:pic>
        <p:nvPicPr>
          <p:cNvPr id="13" name="Graphic 12" descr="Continuous Improvement outline">
            <a:extLst>
              <a:ext uri="{FF2B5EF4-FFF2-40B4-BE49-F238E27FC236}">
                <a16:creationId xmlns:a16="http://schemas.microsoft.com/office/drawing/2014/main" id="{2B5DD135-F5B7-70A2-3787-430EC5FAA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4245" y="4159955"/>
            <a:ext cx="914400" cy="914400"/>
          </a:xfrm>
          <a:prstGeom prst="rect">
            <a:avLst/>
          </a:prstGeom>
        </p:spPr>
      </p:pic>
      <p:pic>
        <p:nvPicPr>
          <p:cNvPr id="15" name="Graphic 14" descr="Continuous Improvement outline">
            <a:extLst>
              <a:ext uri="{FF2B5EF4-FFF2-40B4-BE49-F238E27FC236}">
                <a16:creationId xmlns:a16="http://schemas.microsoft.com/office/drawing/2014/main" id="{687F8672-398A-9380-136F-9E59E9B80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5597" y="4103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35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831C-AFA6-4EAC-E52B-E1C11FAA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E7BAD3-D40C-791F-044E-FC70F5D6F0B1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619C7A4-9E97-56CC-7A59-06F3409B7626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F720B-43A4-5D2F-9423-DC506E687DEC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3041A1-9630-1912-A222-B545CD19AFEA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8ED0A-B3B1-718B-303D-7446C5D63286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57197-F98E-6C49-A941-D72AD2455A77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8B703-9E01-477C-FBEB-EC1E9A3D6F55}"/>
              </a:ext>
            </a:extLst>
          </p:cNvPr>
          <p:cNvSpPr txBox="1"/>
          <p:nvPr/>
        </p:nvSpPr>
        <p:spPr>
          <a:xfrm>
            <a:off x="4794956" y="4207470"/>
            <a:ext cx="2381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model weights are created in each TRE</a:t>
            </a:r>
          </a:p>
        </p:txBody>
      </p:sp>
      <p:pic>
        <p:nvPicPr>
          <p:cNvPr id="5" name="Graphic 4" descr="Paper with solid fill">
            <a:extLst>
              <a:ext uri="{FF2B5EF4-FFF2-40B4-BE49-F238E27FC236}">
                <a16:creationId xmlns:a16="http://schemas.microsoft.com/office/drawing/2014/main" id="{08E0ADD2-7F47-6F59-C0CE-865BBB7A2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4089" y="4159955"/>
            <a:ext cx="914400" cy="914400"/>
          </a:xfrm>
          <a:prstGeom prst="rect">
            <a:avLst/>
          </a:prstGeom>
        </p:spPr>
      </p:pic>
      <p:pic>
        <p:nvPicPr>
          <p:cNvPr id="14" name="Graphic 13" descr="Paper with solid fill">
            <a:extLst>
              <a:ext uri="{FF2B5EF4-FFF2-40B4-BE49-F238E27FC236}">
                <a16:creationId xmlns:a16="http://schemas.microsoft.com/office/drawing/2014/main" id="{B524ABB2-8E22-69D5-71C1-04D58D4F5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3378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69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814-FCA7-1DD5-395B-D7113D68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6675C7-1C91-ACC3-CFC8-88166E5C9477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2AE358-9826-7F5E-D9D1-DE04F4A679F4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F58F3-E6F4-FE80-A08A-4E8DD9B0E989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C60EE1-05F8-041D-6A8C-0DDF34BBFB43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6066F-6263-3CE8-6ECA-4270AE2A8106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64BB7-1646-BFA5-5013-B677D4426C52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4B4D1-BCA6-C927-F7CB-4356DC2D0C00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 are received back</a:t>
            </a:r>
          </a:p>
        </p:txBody>
      </p:sp>
      <p:pic>
        <p:nvPicPr>
          <p:cNvPr id="4" name="Graphic 3" descr="Paper with solid fill">
            <a:extLst>
              <a:ext uri="{FF2B5EF4-FFF2-40B4-BE49-F238E27FC236}">
                <a16:creationId xmlns:a16="http://schemas.microsoft.com/office/drawing/2014/main" id="{50F3EDA7-64B4-131B-E7AC-773629464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8711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642FC14A-1AED-C785-5575-B4EBD9C25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2112" y="1253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8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497E-5A70-9AD8-6B80-16204DAD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FCFFAC-F662-BE79-CF40-0527803F1364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C4AAD3-C1F8-82D9-23CB-C362BBE027BE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10190-A633-8F7B-B891-E92DC90F1B7B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4F4585-B066-293E-D291-ED1B71A892FB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75B5E-F47D-6785-3904-1A3AC5A1C9D5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FC6A8-64A5-D4BC-36A0-3CF8626A5140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D3ECF-94FA-2926-D36B-EB173D99689D}"/>
              </a:ext>
            </a:extLst>
          </p:cNvPr>
          <p:cNvSpPr txBox="1"/>
          <p:nvPr/>
        </p:nvSpPr>
        <p:spPr>
          <a:xfrm>
            <a:off x="1677451" y="1526506"/>
            <a:ext cx="3171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model further refined</a:t>
            </a:r>
          </a:p>
        </p:txBody>
      </p:sp>
      <p:pic>
        <p:nvPicPr>
          <p:cNvPr id="3" name="Graphic 2" descr="Illustrator with solid fill">
            <a:extLst>
              <a:ext uri="{FF2B5EF4-FFF2-40B4-BE49-F238E27FC236}">
                <a16:creationId xmlns:a16="http://schemas.microsoft.com/office/drawing/2014/main" id="{13C318D2-4184-7552-4D02-C81545385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CB528D35-F77F-AB69-100D-B048F9290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21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995F3-B560-67B1-1254-47C5C0F6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9BA894-C485-77A6-E45A-31861AB97FEB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C004B7-1CBA-A499-B469-27834D69D1AA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17226-B83F-89D1-A71A-D0F7757347A5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FD8BDD-9EF4-EDCB-1A7B-D44A5FF00286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AAD13-7518-51A7-5BFA-C4F5FD1C3D8F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97503-9C22-41F0-DF11-DA813FAC9E6B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2DDD3-825F-F14F-2038-7FD395245579}"/>
              </a:ext>
            </a:extLst>
          </p:cNvPr>
          <p:cNvSpPr txBox="1"/>
          <p:nvPr/>
        </p:nvSpPr>
        <p:spPr>
          <a:xfrm>
            <a:off x="1677451" y="1526506"/>
            <a:ext cx="317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 this could be repeated multiple times</a:t>
            </a:r>
          </a:p>
        </p:txBody>
      </p:sp>
      <p:pic>
        <p:nvPicPr>
          <p:cNvPr id="3" name="Graphic 2" descr="Illustrator with solid fill">
            <a:extLst>
              <a:ext uri="{FF2B5EF4-FFF2-40B4-BE49-F238E27FC236}">
                <a16:creationId xmlns:a16="http://schemas.microsoft.com/office/drawing/2014/main" id="{B00F6291-60E6-1A1F-CD97-FA621773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2C622D5B-3068-4BED-37B4-A6AEF6FAE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9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9CF8-BE30-2E3D-F4C1-5CFBED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DAF03F-C182-54C5-37AB-853DB34A01F9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CC6F61-ED08-18EB-4160-10AFFD220396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7B9A3-C86E-D10C-4BB1-B3571D29A56D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826731-3865-F325-EEE7-929823FE9BB9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04CE9-BBC0-8A0D-0FD8-AD88E01A6A81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A19FB-7ED4-8A67-80C6-8D8D60E994A5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86644-51E0-B8AD-A7D8-DF1DF528BA4A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Resent back to TREs</a:t>
            </a:r>
          </a:p>
        </p:txBody>
      </p:sp>
      <p:pic>
        <p:nvPicPr>
          <p:cNvPr id="4" name="Graphic 3" descr="Illustrator with solid fill">
            <a:extLst>
              <a:ext uri="{FF2B5EF4-FFF2-40B4-BE49-F238E27FC236}">
                <a16:creationId xmlns:a16="http://schemas.microsoft.com/office/drawing/2014/main" id="{1AA62AB8-B01D-308E-6806-367C0D5EB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4333" y="4159956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57CE8E09-094D-244A-A5FC-D527DAC94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1732" y="41599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2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4FDB-06D8-4257-A771-006CFA216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04B680-0886-7DDF-D241-B096B07AFE4C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B082D9-312D-7EFC-C414-7D5CE866B224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49F10-A067-FE9B-0B1B-70FB4EE451BC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514925-D313-3FE4-A531-6D1CAFAB6ABD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61852-44EF-A772-3A01-C4E2A129FB08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F0510-88D7-F774-5885-B33DA18A4426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9399F-9535-8587-2C23-2205EDFC93CB}"/>
              </a:ext>
            </a:extLst>
          </p:cNvPr>
          <p:cNvSpPr txBox="1"/>
          <p:nvPr/>
        </p:nvSpPr>
        <p:spPr>
          <a:xfrm>
            <a:off x="4588889" y="4332769"/>
            <a:ext cx="279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Sometimes shared </a:t>
            </a:r>
          </a:p>
          <a:p>
            <a:pPr algn="ctr"/>
            <a:r>
              <a:rPr lang="en-US" dirty="0"/>
              <a:t>directly between TREs</a:t>
            </a:r>
          </a:p>
        </p:txBody>
      </p:sp>
      <p:pic>
        <p:nvPicPr>
          <p:cNvPr id="4" name="Graphic 3" descr="Illustrator with solid fill">
            <a:extLst>
              <a:ext uri="{FF2B5EF4-FFF2-40B4-BE49-F238E27FC236}">
                <a16:creationId xmlns:a16="http://schemas.microsoft.com/office/drawing/2014/main" id="{0016B85C-6D79-3C92-E803-8A6CECAF6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4333" y="4159956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D0C8F3A0-ADE3-BC4E-498A-F61AE7CE0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1732" y="41599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53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606B-4741-FCCE-2A1E-F3840F35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D432D4-C2E9-7CDD-F0D9-471B628FE02D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C1D82F-2279-6D93-F2C5-B507DB85E6AC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C8F19-A5F7-7EFB-FE3C-E5022D9124E9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18ABC9-7756-8BB0-BA1C-4683A8990251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9605E-5004-BC5D-6F13-CEA6CCEB775F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D93F4-A631-6FAA-7F71-702466DAA4F1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2B2761-8613-95AE-5BC0-588D2733D172}"/>
              </a:ext>
            </a:extLst>
          </p:cNvPr>
          <p:cNvSpPr txBox="1"/>
          <p:nvPr/>
        </p:nvSpPr>
        <p:spPr>
          <a:xfrm>
            <a:off x="4794956" y="4207470"/>
            <a:ext cx="2381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model weights are created in each TRE</a:t>
            </a:r>
          </a:p>
        </p:txBody>
      </p:sp>
      <p:pic>
        <p:nvPicPr>
          <p:cNvPr id="5" name="Graphic 4" descr="Paper with solid fill">
            <a:extLst>
              <a:ext uri="{FF2B5EF4-FFF2-40B4-BE49-F238E27FC236}">
                <a16:creationId xmlns:a16="http://schemas.microsoft.com/office/drawing/2014/main" id="{61A8E277-AF6A-C547-EE94-C97BAB63A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4089" y="4159955"/>
            <a:ext cx="914400" cy="914400"/>
          </a:xfrm>
          <a:prstGeom prst="rect">
            <a:avLst/>
          </a:prstGeom>
        </p:spPr>
      </p:pic>
      <p:pic>
        <p:nvPicPr>
          <p:cNvPr id="14" name="Graphic 13" descr="Paper with solid fill">
            <a:extLst>
              <a:ext uri="{FF2B5EF4-FFF2-40B4-BE49-F238E27FC236}">
                <a16:creationId xmlns:a16="http://schemas.microsoft.com/office/drawing/2014/main" id="{5E506776-FBC5-0A43-58D7-E9B0FD390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3378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80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E351-DB35-0FF5-F5ED-6C749A99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E68EE5-B835-D8F6-E331-2ADFB232163F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8AA56C-934D-A659-BE42-71B7BD4504D4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6CC3B-68CC-F31B-0B8D-D528205B43C5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B7EE28-CA67-7D3D-F006-21AFEBBCAAE5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8542B-80EC-61E7-F558-A6B8AED1825E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2C6A3-E887-B649-7930-085F21C538E9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B550C-3E5C-0B7B-3AA6-F5CE43538B8D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 are received back</a:t>
            </a:r>
          </a:p>
        </p:txBody>
      </p:sp>
      <p:pic>
        <p:nvPicPr>
          <p:cNvPr id="4" name="Graphic 3" descr="Paper with solid fill">
            <a:extLst>
              <a:ext uri="{FF2B5EF4-FFF2-40B4-BE49-F238E27FC236}">
                <a16:creationId xmlns:a16="http://schemas.microsoft.com/office/drawing/2014/main" id="{07635E5F-BFC1-36C3-3662-81B1285C7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8711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A58F9AAE-9E2C-7ED8-1727-8DB4ACE0F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2112" y="1253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87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8E96-EC98-9D97-AF88-2D1A9533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FA2E91-DFFC-2727-7644-51C3BDAE6470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CE7DE4-7B86-FDDD-9E0E-F7A779994F30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ECEAE-34B0-B834-B5EC-AAAAAEAB3CA5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F32B5B-29BA-CF50-487C-57AF57B51425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BE748-EBE3-F441-3A84-53683A0D3594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BA722-F649-84BE-3338-6CCD50669ECD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D8F1D-3AE1-61EA-07FC-5AF74EA40C3A}"/>
              </a:ext>
            </a:extLst>
          </p:cNvPr>
          <p:cNvSpPr txBox="1"/>
          <p:nvPr/>
        </p:nvSpPr>
        <p:spPr>
          <a:xfrm>
            <a:off x="1677451" y="1526506"/>
            <a:ext cx="3171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model further refined</a:t>
            </a:r>
          </a:p>
        </p:txBody>
      </p:sp>
      <p:pic>
        <p:nvPicPr>
          <p:cNvPr id="3" name="Graphic 2" descr="Illustrator with solid fill">
            <a:extLst>
              <a:ext uri="{FF2B5EF4-FFF2-40B4-BE49-F238E27FC236}">
                <a16:creationId xmlns:a16="http://schemas.microsoft.com/office/drawing/2014/main" id="{BFA325A6-05E4-9DC7-2F5F-4363D6F72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Illustrator with solid fill">
            <a:extLst>
              <a:ext uri="{FF2B5EF4-FFF2-40B4-BE49-F238E27FC236}">
                <a16:creationId xmlns:a16="http://schemas.microsoft.com/office/drawing/2014/main" id="{823F8028-1B45-E8B8-DD6B-5D5763DCC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74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148</Words>
  <Application>Microsoft Macintosh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Quinlan (staff)</dc:creator>
  <cp:lastModifiedBy>Philip Quinlan (staff)</cp:lastModifiedBy>
  <cp:revision>1</cp:revision>
  <dcterms:created xsi:type="dcterms:W3CDTF">2026-04-24T16:22:11Z</dcterms:created>
  <dcterms:modified xsi:type="dcterms:W3CDTF">2026-06-25T15:53:13Z</dcterms:modified>
</cp:coreProperties>
</file>