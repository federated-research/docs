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2" r:id="rId2"/>
    <p:sldId id="286" r:id="rId3"/>
    <p:sldId id="287" r:id="rId4"/>
    <p:sldId id="28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61174A-8E21-9842-ACC3-BCCCE1C6B1ED}" v="1" dt="2026-06-25T19:41:27.267"/>
    <p1510:client id="{12CA2CD7-ABAA-7F45-B9EA-7257A0C3EBDF}" v="12" dt="2026-06-25T15:53:04.3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58"/>
    <p:restoredTop sz="94517"/>
  </p:normalViewPr>
  <p:slideViewPr>
    <p:cSldViewPr snapToGrid="0">
      <p:cViewPr varScale="1">
        <p:scale>
          <a:sx n="113" d="100"/>
          <a:sy n="113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ilip Quinlan (staff)" userId="e4d2dca1-4af9-4c27-ad07-49420c5bb10c" providerId="ADAL" clId="{7BFA38A9-8DE7-5AC8-AF87-1BADB42F4D97}"/>
    <pc:docChg chg="undo custSel addSld delSld modSld sldOrd">
      <pc:chgData name="Philip Quinlan (staff)" userId="e4d2dca1-4af9-4c27-ad07-49420c5bb10c" providerId="ADAL" clId="{7BFA38A9-8DE7-5AC8-AF87-1BADB42F4D97}" dt="2026-06-25T19:49:42.795" v="973" actId="20577"/>
      <pc:docMkLst>
        <pc:docMk/>
      </pc:docMkLst>
      <pc:sldChg chg="modSp del mod">
        <pc:chgData name="Philip Quinlan (staff)" userId="e4d2dca1-4af9-4c27-ad07-49420c5bb10c" providerId="ADAL" clId="{7BFA38A9-8DE7-5AC8-AF87-1BADB42F4D97}" dt="2026-06-25T15:41:23.135" v="275" actId="2696"/>
        <pc:sldMkLst>
          <pc:docMk/>
          <pc:sldMk cId="3154646247" sldId="256"/>
        </pc:sldMkLst>
        <pc:spChg chg="mod">
          <ac:chgData name="Philip Quinlan (staff)" userId="e4d2dca1-4af9-4c27-ad07-49420c5bb10c" providerId="ADAL" clId="{7BFA38A9-8DE7-5AC8-AF87-1BADB42F4D97}" dt="2026-06-25T15:30:46.372" v="259" actId="207"/>
          <ac:spMkLst>
            <pc:docMk/>
            <pc:sldMk cId="3154646247" sldId="256"/>
            <ac:spMk id="6" creationId="{9315FECE-7F0D-87FB-0F8A-890DAE18D368}"/>
          </ac:spMkLst>
        </pc:spChg>
        <pc:spChg chg="mod">
          <ac:chgData name="Philip Quinlan (staff)" userId="e4d2dca1-4af9-4c27-ad07-49420c5bb10c" providerId="ADAL" clId="{7BFA38A9-8DE7-5AC8-AF87-1BADB42F4D97}" dt="2026-06-25T15:30:46.372" v="259" actId="207"/>
          <ac:spMkLst>
            <pc:docMk/>
            <pc:sldMk cId="3154646247" sldId="256"/>
            <ac:spMk id="8" creationId="{6A4596D7-77F9-9CDF-56FD-C570159ABE4B}"/>
          </ac:spMkLst>
        </pc:spChg>
        <pc:spChg chg="mod">
          <ac:chgData name="Philip Quinlan (staff)" userId="e4d2dca1-4af9-4c27-ad07-49420c5bb10c" providerId="ADAL" clId="{7BFA38A9-8DE7-5AC8-AF87-1BADB42F4D97}" dt="2026-06-25T15:30:46.372" v="259" actId="207"/>
          <ac:spMkLst>
            <pc:docMk/>
            <pc:sldMk cId="3154646247" sldId="256"/>
            <ac:spMk id="10" creationId="{3B4C016E-EC10-03C4-B6DA-EB16CCDCD904}"/>
          </ac:spMkLst>
        </pc:spChg>
      </pc:sldChg>
      <pc:sldChg chg="modSp del mod">
        <pc:chgData name="Philip Quinlan (staff)" userId="e4d2dca1-4af9-4c27-ad07-49420c5bb10c" providerId="ADAL" clId="{7BFA38A9-8DE7-5AC8-AF87-1BADB42F4D97}" dt="2026-06-25T15:41:48.648" v="290" actId="2696"/>
        <pc:sldMkLst>
          <pc:docMk/>
          <pc:sldMk cId="3424960989" sldId="257"/>
        </pc:sldMkLst>
        <pc:spChg chg="mod">
          <ac:chgData name="Philip Quinlan (staff)" userId="e4d2dca1-4af9-4c27-ad07-49420c5bb10c" providerId="ADAL" clId="{7BFA38A9-8DE7-5AC8-AF87-1BADB42F4D97}" dt="2026-06-25T15:30:51.355" v="260" actId="207"/>
          <ac:spMkLst>
            <pc:docMk/>
            <pc:sldMk cId="3424960989" sldId="257"/>
            <ac:spMk id="6" creationId="{EE0AE0D1-15B8-D159-3439-BCCF8ABEA1CD}"/>
          </ac:spMkLst>
        </pc:spChg>
        <pc:spChg chg="mod">
          <ac:chgData name="Philip Quinlan (staff)" userId="e4d2dca1-4af9-4c27-ad07-49420c5bb10c" providerId="ADAL" clId="{7BFA38A9-8DE7-5AC8-AF87-1BADB42F4D97}" dt="2026-06-25T15:30:51.355" v="260" actId="207"/>
          <ac:spMkLst>
            <pc:docMk/>
            <pc:sldMk cId="3424960989" sldId="257"/>
            <ac:spMk id="8" creationId="{97BA79CC-723F-F96E-C960-6E44293ACDE8}"/>
          </ac:spMkLst>
        </pc:spChg>
        <pc:spChg chg="mod">
          <ac:chgData name="Philip Quinlan (staff)" userId="e4d2dca1-4af9-4c27-ad07-49420c5bb10c" providerId="ADAL" clId="{7BFA38A9-8DE7-5AC8-AF87-1BADB42F4D97}" dt="2026-06-25T15:30:51.355" v="260" actId="207"/>
          <ac:spMkLst>
            <pc:docMk/>
            <pc:sldMk cId="3424960989" sldId="257"/>
            <ac:spMk id="10" creationId="{75694402-52E1-881A-D179-0F8D4D04C224}"/>
          </ac:spMkLst>
        </pc:spChg>
      </pc:sldChg>
      <pc:sldChg chg="modSp del mod">
        <pc:chgData name="Philip Quinlan (staff)" userId="e4d2dca1-4af9-4c27-ad07-49420c5bb10c" providerId="ADAL" clId="{7BFA38A9-8DE7-5AC8-AF87-1BADB42F4D97}" dt="2026-06-25T15:41:49.382" v="291" actId="2696"/>
        <pc:sldMkLst>
          <pc:docMk/>
          <pc:sldMk cId="3433631636" sldId="258"/>
        </pc:sldMkLst>
        <pc:spChg chg="mod">
          <ac:chgData name="Philip Quinlan (staff)" userId="e4d2dca1-4af9-4c27-ad07-49420c5bb10c" providerId="ADAL" clId="{7BFA38A9-8DE7-5AC8-AF87-1BADB42F4D97}" dt="2026-06-25T15:30:55.755" v="261" actId="207"/>
          <ac:spMkLst>
            <pc:docMk/>
            <pc:sldMk cId="3433631636" sldId="258"/>
            <ac:spMk id="6" creationId="{9BADC672-5541-BE31-0612-D2D26C80BE5A}"/>
          </ac:spMkLst>
        </pc:spChg>
        <pc:spChg chg="mod">
          <ac:chgData name="Philip Quinlan (staff)" userId="e4d2dca1-4af9-4c27-ad07-49420c5bb10c" providerId="ADAL" clId="{7BFA38A9-8DE7-5AC8-AF87-1BADB42F4D97}" dt="2026-06-25T15:30:55.755" v="261" actId="207"/>
          <ac:spMkLst>
            <pc:docMk/>
            <pc:sldMk cId="3433631636" sldId="258"/>
            <ac:spMk id="8" creationId="{7888E1BB-3DB0-5381-60EB-32A9DBBF3F9F}"/>
          </ac:spMkLst>
        </pc:spChg>
        <pc:spChg chg="mod">
          <ac:chgData name="Philip Quinlan (staff)" userId="e4d2dca1-4af9-4c27-ad07-49420c5bb10c" providerId="ADAL" clId="{7BFA38A9-8DE7-5AC8-AF87-1BADB42F4D97}" dt="2026-06-25T15:30:55.755" v="261" actId="207"/>
          <ac:spMkLst>
            <pc:docMk/>
            <pc:sldMk cId="3433631636" sldId="258"/>
            <ac:spMk id="10" creationId="{5ADD5E91-F54D-1953-02BC-EB067037C38A}"/>
          </ac:spMkLst>
        </pc:spChg>
      </pc:sldChg>
      <pc:sldChg chg="modSp del mod">
        <pc:chgData name="Philip Quinlan (staff)" userId="e4d2dca1-4af9-4c27-ad07-49420c5bb10c" providerId="ADAL" clId="{7BFA38A9-8DE7-5AC8-AF87-1BADB42F4D97}" dt="2026-06-25T15:42:26.244" v="293" actId="2696"/>
        <pc:sldMkLst>
          <pc:docMk/>
          <pc:sldMk cId="843329508" sldId="259"/>
        </pc:sldMkLst>
        <pc:spChg chg="mod">
          <ac:chgData name="Philip Quinlan (staff)" userId="e4d2dca1-4af9-4c27-ad07-49420c5bb10c" providerId="ADAL" clId="{7BFA38A9-8DE7-5AC8-AF87-1BADB42F4D97}" dt="2026-06-25T15:31:00.138" v="262" actId="207"/>
          <ac:spMkLst>
            <pc:docMk/>
            <pc:sldMk cId="843329508" sldId="259"/>
            <ac:spMk id="6" creationId="{44F8A2D8-4415-78AD-817D-51CD7574AA85}"/>
          </ac:spMkLst>
        </pc:spChg>
        <pc:spChg chg="mod">
          <ac:chgData name="Philip Quinlan (staff)" userId="e4d2dca1-4af9-4c27-ad07-49420c5bb10c" providerId="ADAL" clId="{7BFA38A9-8DE7-5AC8-AF87-1BADB42F4D97}" dt="2026-06-25T15:31:00.138" v="262" actId="207"/>
          <ac:spMkLst>
            <pc:docMk/>
            <pc:sldMk cId="843329508" sldId="259"/>
            <ac:spMk id="8" creationId="{B581031F-8087-4438-812B-0CD8DE58FD95}"/>
          </ac:spMkLst>
        </pc:spChg>
        <pc:spChg chg="mod">
          <ac:chgData name="Philip Quinlan (staff)" userId="e4d2dca1-4af9-4c27-ad07-49420c5bb10c" providerId="ADAL" clId="{7BFA38A9-8DE7-5AC8-AF87-1BADB42F4D97}" dt="2026-06-25T15:31:00.138" v="262" actId="207"/>
          <ac:spMkLst>
            <pc:docMk/>
            <pc:sldMk cId="843329508" sldId="259"/>
            <ac:spMk id="10" creationId="{3A5C7E1F-A7E6-0265-51C5-D8096ADCCB2B}"/>
          </ac:spMkLst>
        </pc:spChg>
      </pc:sldChg>
      <pc:sldChg chg="addSp delSp modSp del mod">
        <pc:chgData name="Philip Quinlan (staff)" userId="e4d2dca1-4af9-4c27-ad07-49420c5bb10c" providerId="ADAL" clId="{7BFA38A9-8DE7-5AC8-AF87-1BADB42F4D97}" dt="2026-06-25T19:44:30.911" v="945" actId="2696"/>
        <pc:sldMkLst>
          <pc:docMk/>
          <pc:sldMk cId="428962902" sldId="260"/>
        </pc:sldMkLst>
        <pc:spChg chg="del">
          <ac:chgData name="Philip Quinlan (staff)" userId="e4d2dca1-4af9-4c27-ad07-49420c5bb10c" providerId="ADAL" clId="{7BFA38A9-8DE7-5AC8-AF87-1BADB42F4D97}" dt="2026-06-25T15:42:55.562" v="300" actId="478"/>
          <ac:spMkLst>
            <pc:docMk/>
            <pc:sldMk cId="428962902" sldId="260"/>
            <ac:spMk id="4" creationId="{0164CDB1-F15B-3ECA-8DDA-BB8E3DE5FFCE}"/>
          </ac:spMkLst>
        </pc:spChg>
        <pc:spChg chg="mod">
          <ac:chgData name="Philip Quinlan (staff)" userId="e4d2dca1-4af9-4c27-ad07-49420c5bb10c" providerId="ADAL" clId="{7BFA38A9-8DE7-5AC8-AF87-1BADB42F4D97}" dt="2026-06-25T15:42:31.224" v="298" actId="20577"/>
          <ac:spMkLst>
            <pc:docMk/>
            <pc:sldMk cId="428962902" sldId="260"/>
            <ac:spMk id="5" creationId="{6560782E-EA8D-ED7E-F645-52CE2553E3C4}"/>
          </ac:spMkLst>
        </pc:spChg>
        <pc:spChg chg="mod">
          <ac:chgData name="Philip Quinlan (staff)" userId="e4d2dca1-4af9-4c27-ad07-49420c5bb10c" providerId="ADAL" clId="{7BFA38A9-8DE7-5AC8-AF87-1BADB42F4D97}" dt="2026-06-25T15:44:09.029" v="311" actId="1076"/>
          <ac:spMkLst>
            <pc:docMk/>
            <pc:sldMk cId="428962902" sldId="260"/>
            <ac:spMk id="6" creationId="{F5682806-43B1-118A-D0A4-FAA9D838874B}"/>
          </ac:spMkLst>
        </pc:spChg>
        <pc:spChg chg="mod">
          <ac:chgData name="Philip Quinlan (staff)" userId="e4d2dca1-4af9-4c27-ad07-49420c5bb10c" providerId="ADAL" clId="{7BFA38A9-8DE7-5AC8-AF87-1BADB42F4D97}" dt="2026-06-25T15:31:05.505" v="263" actId="207"/>
          <ac:spMkLst>
            <pc:docMk/>
            <pc:sldMk cId="428962902" sldId="260"/>
            <ac:spMk id="8" creationId="{E7B349B1-A4CB-EAB3-5289-F800F66C5B13}"/>
          </ac:spMkLst>
        </pc:spChg>
        <pc:spChg chg="mod">
          <ac:chgData name="Philip Quinlan (staff)" userId="e4d2dca1-4af9-4c27-ad07-49420c5bb10c" providerId="ADAL" clId="{7BFA38A9-8DE7-5AC8-AF87-1BADB42F4D97}" dt="2026-06-25T15:31:05.505" v="263" actId="207"/>
          <ac:spMkLst>
            <pc:docMk/>
            <pc:sldMk cId="428962902" sldId="260"/>
            <ac:spMk id="10" creationId="{DCAAD35E-8C3F-77CB-A7C0-460FAA676637}"/>
          </ac:spMkLst>
        </pc:spChg>
        <pc:picChg chg="add mod">
          <ac:chgData name="Philip Quinlan (staff)" userId="e4d2dca1-4af9-4c27-ad07-49420c5bb10c" providerId="ADAL" clId="{7BFA38A9-8DE7-5AC8-AF87-1BADB42F4D97}" dt="2026-06-25T15:42:58.666" v="301" actId="1076"/>
          <ac:picMkLst>
            <pc:docMk/>
            <pc:sldMk cId="428962902" sldId="260"/>
            <ac:picMk id="3" creationId="{9932F80A-D524-64E3-34BF-3E7A9FD584DF}"/>
          </ac:picMkLst>
        </pc:picChg>
        <pc:picChg chg="add mod">
          <ac:chgData name="Philip Quinlan (staff)" userId="e4d2dca1-4af9-4c27-ad07-49420c5bb10c" providerId="ADAL" clId="{7BFA38A9-8DE7-5AC8-AF87-1BADB42F4D97}" dt="2026-06-25T15:44:12.089" v="312" actId="1076"/>
          <ac:picMkLst>
            <pc:docMk/>
            <pc:sldMk cId="428962902" sldId="260"/>
            <ac:picMk id="12" creationId="{90AF79DB-8A5A-D90A-46FC-6F63B2024D04}"/>
          </ac:picMkLst>
        </pc:picChg>
      </pc:sldChg>
      <pc:sldChg chg="addSp delSp modSp del mod">
        <pc:chgData name="Philip Quinlan (staff)" userId="e4d2dca1-4af9-4c27-ad07-49420c5bb10c" providerId="ADAL" clId="{7BFA38A9-8DE7-5AC8-AF87-1BADB42F4D97}" dt="2026-06-25T19:44:30.912" v="947" actId="2696"/>
        <pc:sldMkLst>
          <pc:docMk/>
          <pc:sldMk cId="464876393" sldId="261"/>
        </pc:sldMkLst>
        <pc:spChg chg="del">
          <ac:chgData name="Philip Quinlan (staff)" userId="e4d2dca1-4af9-4c27-ad07-49420c5bb10c" providerId="ADAL" clId="{7BFA38A9-8DE7-5AC8-AF87-1BADB42F4D97}" dt="2026-06-25T15:43:43.798" v="302" actId="478"/>
          <ac:spMkLst>
            <pc:docMk/>
            <pc:sldMk cId="464876393" sldId="261"/>
            <ac:spMk id="2" creationId="{566EB7DC-8018-5E12-A98E-B62D133642A9}"/>
          </ac:spMkLst>
        </pc:spChg>
        <pc:spChg chg="del">
          <ac:chgData name="Philip Quinlan (staff)" userId="e4d2dca1-4af9-4c27-ad07-49420c5bb10c" providerId="ADAL" clId="{7BFA38A9-8DE7-5AC8-AF87-1BADB42F4D97}" dt="2026-06-25T15:43:43.798" v="302" actId="478"/>
          <ac:spMkLst>
            <pc:docMk/>
            <pc:sldMk cId="464876393" sldId="261"/>
            <ac:spMk id="3" creationId="{B13C8634-A995-2E66-A197-7CDAE9F72D71}"/>
          </ac:spMkLst>
        </pc:spChg>
        <pc:spChg chg="mod">
          <ac:chgData name="Philip Quinlan (staff)" userId="e4d2dca1-4af9-4c27-ad07-49420c5bb10c" providerId="ADAL" clId="{7BFA38A9-8DE7-5AC8-AF87-1BADB42F4D97}" dt="2026-06-25T15:44:23.867" v="319" actId="1076"/>
          <ac:spMkLst>
            <pc:docMk/>
            <pc:sldMk cId="464876393" sldId="261"/>
            <ac:spMk id="6" creationId="{12B94D6E-024F-86E7-F20A-0958591D6F75}"/>
          </ac:spMkLst>
        </pc:spChg>
        <pc:spChg chg="mod">
          <ac:chgData name="Philip Quinlan (staff)" userId="e4d2dca1-4af9-4c27-ad07-49420c5bb10c" providerId="ADAL" clId="{7BFA38A9-8DE7-5AC8-AF87-1BADB42F4D97}" dt="2026-06-25T15:31:10.822" v="264" actId="207"/>
          <ac:spMkLst>
            <pc:docMk/>
            <pc:sldMk cId="464876393" sldId="261"/>
            <ac:spMk id="8" creationId="{B0A6D96D-8A0F-6438-A6D4-6B2402E51E38}"/>
          </ac:spMkLst>
        </pc:spChg>
        <pc:spChg chg="mod">
          <ac:chgData name="Philip Quinlan (staff)" userId="e4d2dca1-4af9-4c27-ad07-49420c5bb10c" providerId="ADAL" clId="{7BFA38A9-8DE7-5AC8-AF87-1BADB42F4D97}" dt="2026-06-25T15:31:10.822" v="264" actId="207"/>
          <ac:spMkLst>
            <pc:docMk/>
            <pc:sldMk cId="464876393" sldId="261"/>
            <ac:spMk id="10" creationId="{F7857584-E601-DFC2-98C3-BD2856A0A26E}"/>
          </ac:spMkLst>
        </pc:spChg>
        <pc:picChg chg="add mod">
          <ac:chgData name="Philip Quinlan (staff)" userId="e4d2dca1-4af9-4c27-ad07-49420c5bb10c" providerId="ADAL" clId="{7BFA38A9-8DE7-5AC8-AF87-1BADB42F4D97}" dt="2026-06-25T15:44:02.023" v="308" actId="1076"/>
          <ac:picMkLst>
            <pc:docMk/>
            <pc:sldMk cId="464876393" sldId="261"/>
            <ac:picMk id="4" creationId="{321B4575-D099-4722-84F0-1584F33435D4}"/>
          </ac:picMkLst>
        </pc:picChg>
        <pc:picChg chg="add mod">
          <ac:chgData name="Philip Quinlan (staff)" userId="e4d2dca1-4af9-4c27-ad07-49420c5bb10c" providerId="ADAL" clId="{7BFA38A9-8DE7-5AC8-AF87-1BADB42F4D97}" dt="2026-06-25T15:44:28.123" v="320" actId="1076"/>
          <ac:picMkLst>
            <pc:docMk/>
            <pc:sldMk cId="464876393" sldId="261"/>
            <ac:picMk id="12" creationId="{5C8647C2-D900-6126-98CE-448C86FE1CB0}"/>
          </ac:picMkLst>
        </pc:picChg>
      </pc:sldChg>
      <pc:sldChg chg="modSp add del mod">
        <pc:chgData name="Philip Quinlan (staff)" userId="e4d2dca1-4af9-4c27-ad07-49420c5bb10c" providerId="ADAL" clId="{7BFA38A9-8DE7-5AC8-AF87-1BADB42F4D97}" dt="2026-06-25T15:46:25.247" v="366" actId="2696"/>
        <pc:sldMkLst>
          <pc:docMk/>
          <pc:sldMk cId="2537877251" sldId="262"/>
        </pc:sldMkLst>
        <pc:spChg chg="mod">
          <ac:chgData name="Philip Quinlan (staff)" userId="e4d2dca1-4af9-4c27-ad07-49420c5bb10c" providerId="ADAL" clId="{7BFA38A9-8DE7-5AC8-AF87-1BADB42F4D97}" dt="2026-06-25T15:31:15.005" v="265" actId="207"/>
          <ac:spMkLst>
            <pc:docMk/>
            <pc:sldMk cId="2537877251" sldId="262"/>
            <ac:spMk id="6" creationId="{59CA1852-A898-2136-45CD-742A5B82832E}"/>
          </ac:spMkLst>
        </pc:spChg>
        <pc:spChg chg="mod">
          <ac:chgData name="Philip Quinlan (staff)" userId="e4d2dca1-4af9-4c27-ad07-49420c5bb10c" providerId="ADAL" clId="{7BFA38A9-8DE7-5AC8-AF87-1BADB42F4D97}" dt="2026-06-25T15:31:15.005" v="265" actId="207"/>
          <ac:spMkLst>
            <pc:docMk/>
            <pc:sldMk cId="2537877251" sldId="262"/>
            <ac:spMk id="8" creationId="{6F771510-BB4A-D159-F7BF-790953D57D13}"/>
          </ac:spMkLst>
        </pc:spChg>
        <pc:spChg chg="mod">
          <ac:chgData name="Philip Quinlan (staff)" userId="e4d2dca1-4af9-4c27-ad07-49420c5bb10c" providerId="ADAL" clId="{7BFA38A9-8DE7-5AC8-AF87-1BADB42F4D97}" dt="2026-06-25T15:31:15.005" v="265" actId="207"/>
          <ac:spMkLst>
            <pc:docMk/>
            <pc:sldMk cId="2537877251" sldId="262"/>
            <ac:spMk id="10" creationId="{4490E8F0-BFA5-B17B-C7C2-45E313E70045}"/>
          </ac:spMkLst>
        </pc:spChg>
      </pc:sldChg>
      <pc:sldChg chg="modSp del mod">
        <pc:chgData name="Philip Quinlan (staff)" userId="e4d2dca1-4af9-4c27-ad07-49420c5bb10c" providerId="ADAL" clId="{7BFA38A9-8DE7-5AC8-AF87-1BADB42F4D97}" dt="2026-06-25T15:48:51.802" v="446" actId="2696"/>
        <pc:sldMkLst>
          <pc:docMk/>
          <pc:sldMk cId="1253173136" sldId="263"/>
        </pc:sldMkLst>
        <pc:spChg chg="mod">
          <ac:chgData name="Philip Quinlan (staff)" userId="e4d2dca1-4af9-4c27-ad07-49420c5bb10c" providerId="ADAL" clId="{7BFA38A9-8DE7-5AC8-AF87-1BADB42F4D97}" dt="2026-06-25T15:31:20.088" v="266" actId="207"/>
          <ac:spMkLst>
            <pc:docMk/>
            <pc:sldMk cId="1253173136" sldId="263"/>
            <ac:spMk id="6" creationId="{2096CBFD-896C-7DFB-6562-37B72E8CB5D3}"/>
          </ac:spMkLst>
        </pc:spChg>
        <pc:spChg chg="mod">
          <ac:chgData name="Philip Quinlan (staff)" userId="e4d2dca1-4af9-4c27-ad07-49420c5bb10c" providerId="ADAL" clId="{7BFA38A9-8DE7-5AC8-AF87-1BADB42F4D97}" dt="2026-06-25T15:31:20.088" v="266" actId="207"/>
          <ac:spMkLst>
            <pc:docMk/>
            <pc:sldMk cId="1253173136" sldId="263"/>
            <ac:spMk id="8" creationId="{08CB687D-218F-EB76-67E1-30FFAE0C3163}"/>
          </ac:spMkLst>
        </pc:spChg>
        <pc:spChg chg="mod">
          <ac:chgData name="Philip Quinlan (staff)" userId="e4d2dca1-4af9-4c27-ad07-49420c5bb10c" providerId="ADAL" clId="{7BFA38A9-8DE7-5AC8-AF87-1BADB42F4D97}" dt="2026-06-25T15:31:20.088" v="266" actId="207"/>
          <ac:spMkLst>
            <pc:docMk/>
            <pc:sldMk cId="1253173136" sldId="263"/>
            <ac:spMk id="10" creationId="{E616BD1B-E390-4F91-7FEF-E4618D6A66E0}"/>
          </ac:spMkLst>
        </pc:spChg>
      </pc:sldChg>
      <pc:sldChg chg="modSp del mod">
        <pc:chgData name="Philip Quinlan (staff)" userId="e4d2dca1-4af9-4c27-ad07-49420c5bb10c" providerId="ADAL" clId="{7BFA38A9-8DE7-5AC8-AF87-1BADB42F4D97}" dt="2026-06-25T15:48:51.802" v="446" actId="2696"/>
        <pc:sldMkLst>
          <pc:docMk/>
          <pc:sldMk cId="1082449990" sldId="264"/>
        </pc:sldMkLst>
        <pc:spChg chg="mod">
          <ac:chgData name="Philip Quinlan (staff)" userId="e4d2dca1-4af9-4c27-ad07-49420c5bb10c" providerId="ADAL" clId="{7BFA38A9-8DE7-5AC8-AF87-1BADB42F4D97}" dt="2026-06-25T15:31:25.122" v="267" actId="207"/>
          <ac:spMkLst>
            <pc:docMk/>
            <pc:sldMk cId="1082449990" sldId="264"/>
            <ac:spMk id="6" creationId="{70EFB54B-EBA7-772D-29E5-9FF685C7742C}"/>
          </ac:spMkLst>
        </pc:spChg>
        <pc:spChg chg="mod">
          <ac:chgData name="Philip Quinlan (staff)" userId="e4d2dca1-4af9-4c27-ad07-49420c5bb10c" providerId="ADAL" clId="{7BFA38A9-8DE7-5AC8-AF87-1BADB42F4D97}" dt="2026-06-25T15:31:25.122" v="267" actId="207"/>
          <ac:spMkLst>
            <pc:docMk/>
            <pc:sldMk cId="1082449990" sldId="264"/>
            <ac:spMk id="8" creationId="{27942B79-7CD7-F986-FE90-43FE107CC36A}"/>
          </ac:spMkLst>
        </pc:spChg>
        <pc:spChg chg="mod">
          <ac:chgData name="Philip Quinlan (staff)" userId="e4d2dca1-4af9-4c27-ad07-49420c5bb10c" providerId="ADAL" clId="{7BFA38A9-8DE7-5AC8-AF87-1BADB42F4D97}" dt="2026-06-25T15:31:25.122" v="267" actId="207"/>
          <ac:spMkLst>
            <pc:docMk/>
            <pc:sldMk cId="1082449990" sldId="264"/>
            <ac:spMk id="10" creationId="{E326D097-D771-D8FA-49D4-10B65BA0069B}"/>
          </ac:spMkLst>
        </pc:spChg>
      </pc:sldChg>
      <pc:sldChg chg="modSp del mod">
        <pc:chgData name="Philip Quinlan (staff)" userId="e4d2dca1-4af9-4c27-ad07-49420c5bb10c" providerId="ADAL" clId="{7BFA38A9-8DE7-5AC8-AF87-1BADB42F4D97}" dt="2026-06-25T15:48:51.802" v="446" actId="2696"/>
        <pc:sldMkLst>
          <pc:docMk/>
          <pc:sldMk cId="4270874701" sldId="265"/>
        </pc:sldMkLst>
        <pc:spChg chg="mod">
          <ac:chgData name="Philip Quinlan (staff)" userId="e4d2dca1-4af9-4c27-ad07-49420c5bb10c" providerId="ADAL" clId="{7BFA38A9-8DE7-5AC8-AF87-1BADB42F4D97}" dt="2026-06-25T15:31:30.504" v="268" actId="207"/>
          <ac:spMkLst>
            <pc:docMk/>
            <pc:sldMk cId="4270874701" sldId="265"/>
            <ac:spMk id="6" creationId="{37B036FB-260B-DDED-B88D-56F80B5E36C5}"/>
          </ac:spMkLst>
        </pc:spChg>
        <pc:spChg chg="mod">
          <ac:chgData name="Philip Quinlan (staff)" userId="e4d2dca1-4af9-4c27-ad07-49420c5bb10c" providerId="ADAL" clId="{7BFA38A9-8DE7-5AC8-AF87-1BADB42F4D97}" dt="2026-06-25T15:31:30.504" v="268" actId="207"/>
          <ac:spMkLst>
            <pc:docMk/>
            <pc:sldMk cId="4270874701" sldId="265"/>
            <ac:spMk id="8" creationId="{6583E244-609F-4370-1C0D-702A6DBBE37E}"/>
          </ac:spMkLst>
        </pc:spChg>
        <pc:spChg chg="mod">
          <ac:chgData name="Philip Quinlan (staff)" userId="e4d2dca1-4af9-4c27-ad07-49420c5bb10c" providerId="ADAL" clId="{7BFA38A9-8DE7-5AC8-AF87-1BADB42F4D97}" dt="2026-06-25T15:31:30.504" v="268" actId="207"/>
          <ac:spMkLst>
            <pc:docMk/>
            <pc:sldMk cId="4270874701" sldId="265"/>
            <ac:spMk id="10" creationId="{C1F8803C-BE3E-6833-4000-3B4B2D26AE49}"/>
          </ac:spMkLst>
        </pc:spChg>
      </pc:sldChg>
      <pc:sldChg chg="modSp del mod">
        <pc:chgData name="Philip Quinlan (staff)" userId="e4d2dca1-4af9-4c27-ad07-49420c5bb10c" providerId="ADAL" clId="{7BFA38A9-8DE7-5AC8-AF87-1BADB42F4D97}" dt="2026-06-25T15:48:51.802" v="446" actId="2696"/>
        <pc:sldMkLst>
          <pc:docMk/>
          <pc:sldMk cId="389913247" sldId="266"/>
        </pc:sldMkLst>
        <pc:spChg chg="mod">
          <ac:chgData name="Philip Quinlan (staff)" userId="e4d2dca1-4af9-4c27-ad07-49420c5bb10c" providerId="ADAL" clId="{7BFA38A9-8DE7-5AC8-AF87-1BADB42F4D97}" dt="2026-06-25T15:31:36.172" v="269" actId="207"/>
          <ac:spMkLst>
            <pc:docMk/>
            <pc:sldMk cId="389913247" sldId="266"/>
            <ac:spMk id="6" creationId="{E3FE420B-51ED-A95D-30C9-277122696A1E}"/>
          </ac:spMkLst>
        </pc:spChg>
        <pc:spChg chg="mod">
          <ac:chgData name="Philip Quinlan (staff)" userId="e4d2dca1-4af9-4c27-ad07-49420c5bb10c" providerId="ADAL" clId="{7BFA38A9-8DE7-5AC8-AF87-1BADB42F4D97}" dt="2026-06-25T15:31:36.172" v="269" actId="207"/>
          <ac:spMkLst>
            <pc:docMk/>
            <pc:sldMk cId="389913247" sldId="266"/>
            <ac:spMk id="8" creationId="{EBD01E51-0B42-F90B-B816-A0916CD069E2}"/>
          </ac:spMkLst>
        </pc:spChg>
        <pc:spChg chg="mod">
          <ac:chgData name="Philip Quinlan (staff)" userId="e4d2dca1-4af9-4c27-ad07-49420c5bb10c" providerId="ADAL" clId="{7BFA38A9-8DE7-5AC8-AF87-1BADB42F4D97}" dt="2026-06-25T15:31:36.172" v="269" actId="207"/>
          <ac:spMkLst>
            <pc:docMk/>
            <pc:sldMk cId="389913247" sldId="266"/>
            <ac:spMk id="10" creationId="{007764FD-EEB9-64B1-8027-B91F7C704A03}"/>
          </ac:spMkLst>
        </pc:spChg>
      </pc:sldChg>
      <pc:sldChg chg="modSp del mod">
        <pc:chgData name="Philip Quinlan (staff)" userId="e4d2dca1-4af9-4c27-ad07-49420c5bb10c" providerId="ADAL" clId="{7BFA38A9-8DE7-5AC8-AF87-1BADB42F4D97}" dt="2026-06-25T15:48:51.802" v="446" actId="2696"/>
        <pc:sldMkLst>
          <pc:docMk/>
          <pc:sldMk cId="4120437584" sldId="267"/>
        </pc:sldMkLst>
        <pc:spChg chg="mod">
          <ac:chgData name="Philip Quinlan (staff)" userId="e4d2dca1-4af9-4c27-ad07-49420c5bb10c" providerId="ADAL" clId="{7BFA38A9-8DE7-5AC8-AF87-1BADB42F4D97}" dt="2026-06-25T15:31:40.621" v="270" actId="207"/>
          <ac:spMkLst>
            <pc:docMk/>
            <pc:sldMk cId="4120437584" sldId="267"/>
            <ac:spMk id="6" creationId="{1E8E30E6-A608-9CA2-11AA-C5D6EFC46CBE}"/>
          </ac:spMkLst>
        </pc:spChg>
        <pc:spChg chg="mod">
          <ac:chgData name="Philip Quinlan (staff)" userId="e4d2dca1-4af9-4c27-ad07-49420c5bb10c" providerId="ADAL" clId="{7BFA38A9-8DE7-5AC8-AF87-1BADB42F4D97}" dt="2026-06-25T15:31:40.621" v="270" actId="207"/>
          <ac:spMkLst>
            <pc:docMk/>
            <pc:sldMk cId="4120437584" sldId="267"/>
            <ac:spMk id="8" creationId="{705BF979-58C6-F757-E3DC-326C6259A0C7}"/>
          </ac:spMkLst>
        </pc:spChg>
        <pc:spChg chg="mod">
          <ac:chgData name="Philip Quinlan (staff)" userId="e4d2dca1-4af9-4c27-ad07-49420c5bb10c" providerId="ADAL" clId="{7BFA38A9-8DE7-5AC8-AF87-1BADB42F4D97}" dt="2026-06-25T15:31:40.621" v="270" actId="207"/>
          <ac:spMkLst>
            <pc:docMk/>
            <pc:sldMk cId="4120437584" sldId="267"/>
            <ac:spMk id="10" creationId="{48FD2EC4-F3DA-84F7-5640-84079B6B9D81}"/>
          </ac:spMkLst>
        </pc:spChg>
      </pc:sldChg>
      <pc:sldChg chg="modSp del mod">
        <pc:chgData name="Philip Quinlan (staff)" userId="e4d2dca1-4af9-4c27-ad07-49420c5bb10c" providerId="ADAL" clId="{7BFA38A9-8DE7-5AC8-AF87-1BADB42F4D97}" dt="2026-06-25T15:48:51.802" v="446" actId="2696"/>
        <pc:sldMkLst>
          <pc:docMk/>
          <pc:sldMk cId="2682118990" sldId="269"/>
        </pc:sldMkLst>
        <pc:spChg chg="mod">
          <ac:chgData name="Philip Quinlan (staff)" userId="e4d2dca1-4af9-4c27-ad07-49420c5bb10c" providerId="ADAL" clId="{7BFA38A9-8DE7-5AC8-AF87-1BADB42F4D97}" dt="2026-06-25T15:31:46.739" v="271" actId="207"/>
          <ac:spMkLst>
            <pc:docMk/>
            <pc:sldMk cId="2682118990" sldId="269"/>
            <ac:spMk id="6" creationId="{DD023BE0-E7DB-0645-63F9-BB93ED112593}"/>
          </ac:spMkLst>
        </pc:spChg>
        <pc:spChg chg="mod">
          <ac:chgData name="Philip Quinlan (staff)" userId="e4d2dca1-4af9-4c27-ad07-49420c5bb10c" providerId="ADAL" clId="{7BFA38A9-8DE7-5AC8-AF87-1BADB42F4D97}" dt="2026-06-25T15:31:46.739" v="271" actId="207"/>
          <ac:spMkLst>
            <pc:docMk/>
            <pc:sldMk cId="2682118990" sldId="269"/>
            <ac:spMk id="8" creationId="{DA010949-678B-8932-9601-7AD305213157}"/>
          </ac:spMkLst>
        </pc:spChg>
        <pc:spChg chg="mod">
          <ac:chgData name="Philip Quinlan (staff)" userId="e4d2dca1-4af9-4c27-ad07-49420c5bb10c" providerId="ADAL" clId="{7BFA38A9-8DE7-5AC8-AF87-1BADB42F4D97}" dt="2026-06-25T15:31:46.739" v="271" actId="207"/>
          <ac:spMkLst>
            <pc:docMk/>
            <pc:sldMk cId="2682118990" sldId="269"/>
            <ac:spMk id="10" creationId="{DD03ACE2-79DE-8306-F33F-E40F7193A604}"/>
          </ac:spMkLst>
        </pc:spChg>
      </pc:sldChg>
      <pc:sldChg chg="modSp del mod">
        <pc:chgData name="Philip Quinlan (staff)" userId="e4d2dca1-4af9-4c27-ad07-49420c5bb10c" providerId="ADAL" clId="{7BFA38A9-8DE7-5AC8-AF87-1BADB42F4D97}" dt="2026-06-25T15:48:51.802" v="446" actId="2696"/>
        <pc:sldMkLst>
          <pc:docMk/>
          <pc:sldMk cId="3657086556" sldId="270"/>
        </pc:sldMkLst>
        <pc:spChg chg="mod">
          <ac:chgData name="Philip Quinlan (staff)" userId="e4d2dca1-4af9-4c27-ad07-49420c5bb10c" providerId="ADAL" clId="{7BFA38A9-8DE7-5AC8-AF87-1BADB42F4D97}" dt="2026-06-25T15:31:51.971" v="272" actId="207"/>
          <ac:spMkLst>
            <pc:docMk/>
            <pc:sldMk cId="3657086556" sldId="270"/>
            <ac:spMk id="6" creationId="{3E6992EF-872B-CE44-2935-D157A7665806}"/>
          </ac:spMkLst>
        </pc:spChg>
        <pc:spChg chg="mod">
          <ac:chgData name="Philip Quinlan (staff)" userId="e4d2dca1-4af9-4c27-ad07-49420c5bb10c" providerId="ADAL" clId="{7BFA38A9-8DE7-5AC8-AF87-1BADB42F4D97}" dt="2026-06-25T15:31:51.971" v="272" actId="207"/>
          <ac:spMkLst>
            <pc:docMk/>
            <pc:sldMk cId="3657086556" sldId="270"/>
            <ac:spMk id="8" creationId="{B24149EE-0900-3295-B9C2-61276C3C7958}"/>
          </ac:spMkLst>
        </pc:spChg>
        <pc:spChg chg="mod">
          <ac:chgData name="Philip Quinlan (staff)" userId="e4d2dca1-4af9-4c27-ad07-49420c5bb10c" providerId="ADAL" clId="{7BFA38A9-8DE7-5AC8-AF87-1BADB42F4D97}" dt="2026-06-25T15:31:51.971" v="272" actId="207"/>
          <ac:spMkLst>
            <pc:docMk/>
            <pc:sldMk cId="3657086556" sldId="270"/>
            <ac:spMk id="10" creationId="{2FAD9C59-9CDF-B214-1D5E-59F9E67FDC03}"/>
          </ac:spMkLst>
        </pc:spChg>
      </pc:sldChg>
      <pc:sldChg chg="modSp del mod">
        <pc:chgData name="Philip Quinlan (staff)" userId="e4d2dca1-4af9-4c27-ad07-49420c5bb10c" providerId="ADAL" clId="{7BFA38A9-8DE7-5AC8-AF87-1BADB42F4D97}" dt="2026-06-25T15:48:51.802" v="446" actId="2696"/>
        <pc:sldMkLst>
          <pc:docMk/>
          <pc:sldMk cId="4589528" sldId="271"/>
        </pc:sldMkLst>
        <pc:spChg chg="mod">
          <ac:chgData name="Philip Quinlan (staff)" userId="e4d2dca1-4af9-4c27-ad07-49420c5bb10c" providerId="ADAL" clId="{7BFA38A9-8DE7-5AC8-AF87-1BADB42F4D97}" dt="2026-06-25T15:31:55.822" v="273" actId="207"/>
          <ac:spMkLst>
            <pc:docMk/>
            <pc:sldMk cId="4589528" sldId="271"/>
            <ac:spMk id="6" creationId="{C951357C-8AF6-6A59-48E1-0566075394E4}"/>
          </ac:spMkLst>
        </pc:spChg>
        <pc:spChg chg="mod">
          <ac:chgData name="Philip Quinlan (staff)" userId="e4d2dca1-4af9-4c27-ad07-49420c5bb10c" providerId="ADAL" clId="{7BFA38A9-8DE7-5AC8-AF87-1BADB42F4D97}" dt="2026-06-25T15:31:55.822" v="273" actId="207"/>
          <ac:spMkLst>
            <pc:docMk/>
            <pc:sldMk cId="4589528" sldId="271"/>
            <ac:spMk id="8" creationId="{99E14090-E71E-71FD-0489-CE1A8B5CA77C}"/>
          </ac:spMkLst>
        </pc:spChg>
        <pc:spChg chg="mod">
          <ac:chgData name="Philip Quinlan (staff)" userId="e4d2dca1-4af9-4c27-ad07-49420c5bb10c" providerId="ADAL" clId="{7BFA38A9-8DE7-5AC8-AF87-1BADB42F4D97}" dt="2026-06-25T15:31:55.822" v="273" actId="207"/>
          <ac:spMkLst>
            <pc:docMk/>
            <pc:sldMk cId="4589528" sldId="271"/>
            <ac:spMk id="10" creationId="{EAA0CDAA-8629-4D33-5467-F4413EDFFC62}"/>
          </ac:spMkLst>
        </pc:spChg>
      </pc:sldChg>
      <pc:sldChg chg="addSp delSp modSp add mod">
        <pc:chgData name="Philip Quinlan (staff)" userId="e4d2dca1-4af9-4c27-ad07-49420c5bb10c" providerId="ADAL" clId="{7BFA38A9-8DE7-5AC8-AF87-1BADB42F4D97}" dt="2026-06-25T19:49:18.376" v="960" actId="1076"/>
        <pc:sldMkLst>
          <pc:docMk/>
          <pc:sldMk cId="503370197" sldId="272"/>
        </pc:sldMkLst>
        <pc:spChg chg="add mod">
          <ac:chgData name="Philip Quinlan (staff)" userId="e4d2dca1-4af9-4c27-ad07-49420c5bb10c" providerId="ADAL" clId="{7BFA38A9-8DE7-5AC8-AF87-1BADB42F4D97}" dt="2026-06-25T19:41:30.565" v="542" actId="1076"/>
          <ac:spMkLst>
            <pc:docMk/>
            <pc:sldMk cId="503370197" sldId="272"/>
            <ac:spMk id="2" creationId="{31D4D7F1-39EA-63AD-44D3-84B89165E2C2}"/>
          </ac:spMkLst>
        </pc:spChg>
        <pc:spChg chg="add del">
          <ac:chgData name="Philip Quinlan (staff)" userId="e4d2dca1-4af9-4c27-ad07-49420c5bb10c" providerId="ADAL" clId="{7BFA38A9-8DE7-5AC8-AF87-1BADB42F4D97}" dt="2026-06-25T19:41:20.011" v="538" actId="478"/>
          <ac:spMkLst>
            <pc:docMk/>
            <pc:sldMk cId="503370197" sldId="272"/>
            <ac:spMk id="6" creationId="{9315FECE-7F0D-87FB-0F8A-890DAE18D368}"/>
          </ac:spMkLst>
        </pc:spChg>
        <pc:spChg chg="mod">
          <ac:chgData name="Philip Quinlan (staff)" userId="e4d2dca1-4af9-4c27-ad07-49420c5bb10c" providerId="ADAL" clId="{7BFA38A9-8DE7-5AC8-AF87-1BADB42F4D97}" dt="2026-06-25T19:41:39.250" v="556" actId="20577"/>
          <ac:spMkLst>
            <pc:docMk/>
            <pc:sldMk cId="503370197" sldId="272"/>
            <ac:spMk id="7" creationId="{1BA4B927-7F91-67BF-B023-761944685632}"/>
          </ac:spMkLst>
        </pc:spChg>
        <pc:spChg chg="mod">
          <ac:chgData name="Philip Quinlan (staff)" userId="e4d2dca1-4af9-4c27-ad07-49420c5bb10c" providerId="ADAL" clId="{7BFA38A9-8DE7-5AC8-AF87-1BADB42F4D97}" dt="2026-06-25T19:49:14.374" v="957" actId="20577"/>
          <ac:spMkLst>
            <pc:docMk/>
            <pc:sldMk cId="503370197" sldId="272"/>
            <ac:spMk id="9" creationId="{E90936CA-76A1-389A-0F35-366B45214E73}"/>
          </ac:spMkLst>
        </pc:spChg>
        <pc:spChg chg="mod">
          <ac:chgData name="Philip Quinlan (staff)" userId="e4d2dca1-4af9-4c27-ad07-49420c5bb10c" providerId="ADAL" clId="{7BFA38A9-8DE7-5AC8-AF87-1BADB42F4D97}" dt="2026-06-25T19:43:21.797" v="724" actId="1076"/>
          <ac:spMkLst>
            <pc:docMk/>
            <pc:sldMk cId="503370197" sldId="272"/>
            <ac:spMk id="10" creationId="{3B4C016E-EC10-03C4-B6DA-EB16CCDCD904}"/>
          </ac:spMkLst>
        </pc:spChg>
        <pc:spChg chg="mod">
          <ac:chgData name="Philip Quinlan (staff)" userId="e4d2dca1-4af9-4c27-ad07-49420c5bb10c" providerId="ADAL" clId="{7BFA38A9-8DE7-5AC8-AF87-1BADB42F4D97}" dt="2026-06-25T19:49:18.376" v="960" actId="1076"/>
          <ac:spMkLst>
            <pc:docMk/>
            <pc:sldMk cId="503370197" sldId="272"/>
            <ac:spMk id="11" creationId="{D28C1A0E-FDCF-0415-0D4F-AFDDDA756592}"/>
          </ac:spMkLst>
        </pc:spChg>
        <pc:spChg chg="mod">
          <ac:chgData name="Philip Quinlan (staff)" userId="e4d2dca1-4af9-4c27-ad07-49420c5bb10c" providerId="ADAL" clId="{7BFA38A9-8DE7-5AC8-AF87-1BADB42F4D97}" dt="2026-06-25T19:42:03.815" v="644" actId="1076"/>
          <ac:spMkLst>
            <pc:docMk/>
            <pc:sldMk cId="503370197" sldId="272"/>
            <ac:spMk id="13" creationId="{04E2528B-17AB-D02A-A602-DE423E1A3E2A}"/>
          </ac:spMkLst>
        </pc:spChg>
        <pc:picChg chg="del">
          <ac:chgData name="Philip Quinlan (staff)" userId="e4d2dca1-4af9-4c27-ad07-49420c5bb10c" providerId="ADAL" clId="{7BFA38A9-8DE7-5AC8-AF87-1BADB42F4D97}" dt="2026-06-25T19:41:25.344" v="540" actId="478"/>
          <ac:picMkLst>
            <pc:docMk/>
            <pc:sldMk cId="503370197" sldId="272"/>
            <ac:picMk id="3" creationId="{C7861020-16B0-94A9-2AF5-376398EA2E2D}"/>
          </ac:picMkLst>
        </pc:picChg>
        <pc:picChg chg="del">
          <ac:chgData name="Philip Quinlan (staff)" userId="e4d2dca1-4af9-4c27-ad07-49420c5bb10c" providerId="ADAL" clId="{7BFA38A9-8DE7-5AC8-AF87-1BADB42F4D97}" dt="2026-06-25T19:41:23.422" v="539" actId="478"/>
          <ac:picMkLst>
            <pc:docMk/>
            <pc:sldMk cId="503370197" sldId="272"/>
            <ac:picMk id="5" creationId="{CDC0DFB7-295D-4AD0-DDDB-A776B9EFFF91}"/>
          </ac:picMkLst>
        </pc:picChg>
        <pc:cxnChg chg="add mod">
          <ac:chgData name="Philip Quinlan (staff)" userId="e4d2dca1-4af9-4c27-ad07-49420c5bb10c" providerId="ADAL" clId="{7BFA38A9-8DE7-5AC8-AF87-1BADB42F4D97}" dt="2026-06-25T19:42:29.820" v="648" actId="208"/>
          <ac:cxnSpMkLst>
            <pc:docMk/>
            <pc:sldMk cId="503370197" sldId="272"/>
            <ac:cxnSpMk id="12" creationId="{2EE99D8F-7505-15EB-FA8B-63808A102759}"/>
          </ac:cxnSpMkLst>
        </pc:cxnChg>
        <pc:cxnChg chg="add mod">
          <ac:chgData name="Philip Quinlan (staff)" userId="e4d2dca1-4af9-4c27-ad07-49420c5bb10c" providerId="ADAL" clId="{7BFA38A9-8DE7-5AC8-AF87-1BADB42F4D97}" dt="2026-06-25T19:43:21.797" v="724" actId="1076"/>
          <ac:cxnSpMkLst>
            <pc:docMk/>
            <pc:sldMk cId="503370197" sldId="272"/>
            <ac:cxnSpMk id="15" creationId="{0E69589A-9059-94CE-0165-E8D12B23BBF6}"/>
          </ac:cxnSpMkLst>
        </pc:cxnChg>
        <pc:cxnChg chg="add mod">
          <ac:chgData name="Philip Quinlan (staff)" userId="e4d2dca1-4af9-4c27-ad07-49420c5bb10c" providerId="ADAL" clId="{7BFA38A9-8DE7-5AC8-AF87-1BADB42F4D97}" dt="2026-06-25T19:43:21.797" v="724" actId="1076"/>
          <ac:cxnSpMkLst>
            <pc:docMk/>
            <pc:sldMk cId="503370197" sldId="272"/>
            <ac:cxnSpMk id="17" creationId="{88B5A6F3-5EFD-4198-A180-7561ABC3F8D5}"/>
          </ac:cxnSpMkLst>
        </pc:cxnChg>
      </pc:sldChg>
      <pc:sldChg chg="add del">
        <pc:chgData name="Philip Quinlan (staff)" userId="e4d2dca1-4af9-4c27-ad07-49420c5bb10c" providerId="ADAL" clId="{7BFA38A9-8DE7-5AC8-AF87-1BADB42F4D97}" dt="2026-06-25T19:44:30.908" v="941" actId="2696"/>
        <pc:sldMkLst>
          <pc:docMk/>
          <pc:sldMk cId="2867343403" sldId="273"/>
        </pc:sldMkLst>
      </pc:sldChg>
      <pc:sldChg chg="modSp add del mod">
        <pc:chgData name="Philip Quinlan (staff)" userId="e4d2dca1-4af9-4c27-ad07-49420c5bb10c" providerId="ADAL" clId="{7BFA38A9-8DE7-5AC8-AF87-1BADB42F4D97}" dt="2026-06-25T19:44:30.918" v="955" actId="2696"/>
        <pc:sldMkLst>
          <pc:docMk/>
          <pc:sldMk cId="3537632637" sldId="274"/>
        </pc:sldMkLst>
        <pc:spChg chg="mod">
          <ac:chgData name="Philip Quinlan (staff)" userId="e4d2dca1-4af9-4c27-ad07-49420c5bb10c" providerId="ADAL" clId="{7BFA38A9-8DE7-5AC8-AF87-1BADB42F4D97}" dt="2026-06-25T15:41:41.971" v="289" actId="20577"/>
          <ac:spMkLst>
            <pc:docMk/>
            <pc:sldMk cId="3537632637" sldId="274"/>
            <ac:spMk id="5" creationId="{7BC50C8C-9801-220C-74B0-E2606FAD1F00}"/>
          </ac:spMkLst>
        </pc:spChg>
      </pc:sldChg>
      <pc:sldChg chg="add del">
        <pc:chgData name="Philip Quinlan (staff)" userId="e4d2dca1-4af9-4c27-ad07-49420c5bb10c" providerId="ADAL" clId="{7BFA38A9-8DE7-5AC8-AF87-1BADB42F4D97}" dt="2026-06-25T19:44:30.914" v="950" actId="2696"/>
        <pc:sldMkLst>
          <pc:docMk/>
          <pc:sldMk cId="704036204" sldId="275"/>
        </pc:sldMkLst>
      </pc:sldChg>
      <pc:sldChg chg="addSp delSp modSp add del mod">
        <pc:chgData name="Philip Quinlan (staff)" userId="e4d2dca1-4af9-4c27-ad07-49420c5bb10c" providerId="ADAL" clId="{7BFA38A9-8DE7-5AC8-AF87-1BADB42F4D97}" dt="2026-06-25T19:44:30.913" v="948" actId="2696"/>
        <pc:sldMkLst>
          <pc:docMk/>
          <pc:sldMk cId="1506035105" sldId="276"/>
        </pc:sldMkLst>
        <pc:spChg chg="add mod">
          <ac:chgData name="Philip Quinlan (staff)" userId="e4d2dca1-4af9-4c27-ad07-49420c5bb10c" providerId="ADAL" clId="{7BFA38A9-8DE7-5AC8-AF87-1BADB42F4D97}" dt="2026-06-25T15:44:56.582" v="346" actId="20577"/>
          <ac:spMkLst>
            <pc:docMk/>
            <pc:sldMk cId="1506035105" sldId="276"/>
            <ac:spMk id="2" creationId="{2010FD4C-A384-CB93-40CE-2DEE39F64FA8}"/>
          </ac:spMkLst>
        </pc:spChg>
        <pc:spChg chg="del">
          <ac:chgData name="Philip Quinlan (staff)" userId="e4d2dca1-4af9-4c27-ad07-49420c5bb10c" providerId="ADAL" clId="{7BFA38A9-8DE7-5AC8-AF87-1BADB42F4D97}" dt="2026-06-25T15:44:51.525" v="326" actId="478"/>
          <ac:spMkLst>
            <pc:docMk/>
            <pc:sldMk cId="1506035105" sldId="276"/>
            <ac:spMk id="5" creationId="{4C99B663-3695-220F-BCC9-2D0045F9EF59}"/>
          </ac:spMkLst>
        </pc:spChg>
        <pc:picChg chg="add mod">
          <ac:chgData name="Philip Quinlan (staff)" userId="e4d2dca1-4af9-4c27-ad07-49420c5bb10c" providerId="ADAL" clId="{7BFA38A9-8DE7-5AC8-AF87-1BADB42F4D97}" dt="2026-06-25T15:45:36.752" v="349" actId="1076"/>
          <ac:picMkLst>
            <pc:docMk/>
            <pc:sldMk cId="1506035105" sldId="276"/>
            <ac:picMk id="13" creationId="{2B5DD135-F5B7-70A2-3787-430EC5FAA620}"/>
          </ac:picMkLst>
        </pc:picChg>
        <pc:picChg chg="add mod">
          <ac:chgData name="Philip Quinlan (staff)" userId="e4d2dca1-4af9-4c27-ad07-49420c5bb10c" providerId="ADAL" clId="{7BFA38A9-8DE7-5AC8-AF87-1BADB42F4D97}" dt="2026-06-25T15:45:33.927" v="348" actId="1076"/>
          <ac:picMkLst>
            <pc:docMk/>
            <pc:sldMk cId="1506035105" sldId="276"/>
            <ac:picMk id="15" creationId="{687F8672-398A-9380-136F-9E59E9B80B0D}"/>
          </ac:picMkLst>
        </pc:picChg>
      </pc:sldChg>
      <pc:sldChg chg="addSp delSp modSp add del mod">
        <pc:chgData name="Philip Quinlan (staff)" userId="e4d2dca1-4af9-4c27-ad07-49420c5bb10c" providerId="ADAL" clId="{7BFA38A9-8DE7-5AC8-AF87-1BADB42F4D97}" dt="2026-06-25T19:44:30.914" v="949" actId="2696"/>
        <pc:sldMkLst>
          <pc:docMk/>
          <pc:sldMk cId="608669729" sldId="277"/>
        </pc:sldMkLst>
        <pc:spChg chg="del">
          <ac:chgData name="Philip Quinlan (staff)" userId="e4d2dca1-4af9-4c27-ad07-49420c5bb10c" providerId="ADAL" clId="{7BFA38A9-8DE7-5AC8-AF87-1BADB42F4D97}" dt="2026-06-25T15:46:12.390" v="355" actId="478"/>
          <ac:spMkLst>
            <pc:docMk/>
            <pc:sldMk cId="608669729" sldId="277"/>
            <ac:spMk id="2" creationId="{6AED76BA-6385-5D7B-E4BB-C7BE51561552}"/>
          </ac:spMkLst>
        </pc:spChg>
        <pc:spChg chg="add mod">
          <ac:chgData name="Philip Quinlan (staff)" userId="e4d2dca1-4af9-4c27-ad07-49420c5bb10c" providerId="ADAL" clId="{7BFA38A9-8DE7-5AC8-AF87-1BADB42F4D97}" dt="2026-06-25T15:46:21.735" v="365" actId="1076"/>
          <ac:spMkLst>
            <pc:docMk/>
            <pc:sldMk cId="608669729" sldId="277"/>
            <ac:spMk id="3" creationId="{85D8B703-9E01-477C-FBEB-EC1E9A3D6F55}"/>
          </ac:spMkLst>
        </pc:spChg>
        <pc:picChg chg="del">
          <ac:chgData name="Philip Quinlan (staff)" userId="e4d2dca1-4af9-4c27-ad07-49420c5bb10c" providerId="ADAL" clId="{7BFA38A9-8DE7-5AC8-AF87-1BADB42F4D97}" dt="2026-06-25T15:45:50.846" v="352" actId="478"/>
          <ac:picMkLst>
            <pc:docMk/>
            <pc:sldMk cId="608669729" sldId="277"/>
            <ac:picMk id="4" creationId="{D6A180E9-83E7-F9CE-3D72-8C01F0B547B6}"/>
          </ac:picMkLst>
        </pc:picChg>
        <pc:picChg chg="add mod">
          <ac:chgData name="Philip Quinlan (staff)" userId="e4d2dca1-4af9-4c27-ad07-49420c5bb10c" providerId="ADAL" clId="{7BFA38A9-8DE7-5AC8-AF87-1BADB42F4D97}" dt="2026-06-25T15:46:13.357" v="356"/>
          <ac:picMkLst>
            <pc:docMk/>
            <pc:sldMk cId="608669729" sldId="277"/>
            <ac:picMk id="5" creationId="{08E0ADD2-7F47-6F59-C0CE-865BBB7A237E}"/>
          </ac:picMkLst>
        </pc:picChg>
        <pc:picChg chg="del">
          <ac:chgData name="Philip Quinlan (staff)" userId="e4d2dca1-4af9-4c27-ad07-49420c5bb10c" providerId="ADAL" clId="{7BFA38A9-8DE7-5AC8-AF87-1BADB42F4D97}" dt="2026-06-25T15:45:53.764" v="353" actId="478"/>
          <ac:picMkLst>
            <pc:docMk/>
            <pc:sldMk cId="608669729" sldId="277"/>
            <ac:picMk id="12" creationId="{D2FD25B1-B144-A0EB-99DC-360A6148E626}"/>
          </ac:picMkLst>
        </pc:picChg>
        <pc:picChg chg="del">
          <ac:chgData name="Philip Quinlan (staff)" userId="e4d2dca1-4af9-4c27-ad07-49420c5bb10c" providerId="ADAL" clId="{7BFA38A9-8DE7-5AC8-AF87-1BADB42F4D97}" dt="2026-06-25T15:45:48.448" v="351" actId="478"/>
          <ac:picMkLst>
            <pc:docMk/>
            <pc:sldMk cId="608669729" sldId="277"/>
            <ac:picMk id="13" creationId="{0523C0C9-DC06-78D0-618B-EA9C334D2EC4}"/>
          </ac:picMkLst>
        </pc:picChg>
        <pc:picChg chg="add mod">
          <ac:chgData name="Philip Quinlan (staff)" userId="e4d2dca1-4af9-4c27-ad07-49420c5bb10c" providerId="ADAL" clId="{7BFA38A9-8DE7-5AC8-AF87-1BADB42F4D97}" dt="2026-06-25T15:46:13.357" v="356"/>
          <ac:picMkLst>
            <pc:docMk/>
            <pc:sldMk cId="608669729" sldId="277"/>
            <ac:picMk id="14" creationId="{B524ABB2-8E22-69D5-71C1-04D58D4F5838}"/>
          </ac:picMkLst>
        </pc:picChg>
        <pc:picChg chg="del">
          <ac:chgData name="Philip Quinlan (staff)" userId="e4d2dca1-4af9-4c27-ad07-49420c5bb10c" providerId="ADAL" clId="{7BFA38A9-8DE7-5AC8-AF87-1BADB42F4D97}" dt="2026-06-25T15:45:54.863" v="354" actId="478"/>
          <ac:picMkLst>
            <pc:docMk/>
            <pc:sldMk cId="608669729" sldId="277"/>
            <ac:picMk id="15" creationId="{ADBF22C5-486F-AD89-FA07-8FA7147539F6}"/>
          </ac:picMkLst>
        </pc:picChg>
      </pc:sldChg>
      <pc:sldChg chg="add del">
        <pc:chgData name="Philip Quinlan (staff)" userId="e4d2dca1-4af9-4c27-ad07-49420c5bb10c" providerId="ADAL" clId="{7BFA38A9-8DE7-5AC8-AF87-1BADB42F4D97}" dt="2026-06-25T19:44:30.916" v="953" actId="2696"/>
        <pc:sldMkLst>
          <pc:docMk/>
          <pc:sldMk cId="1112638356" sldId="278"/>
        </pc:sldMkLst>
      </pc:sldChg>
      <pc:sldChg chg="modSp add del mod">
        <pc:chgData name="Philip Quinlan (staff)" userId="e4d2dca1-4af9-4c27-ad07-49420c5bb10c" providerId="ADAL" clId="{7BFA38A9-8DE7-5AC8-AF87-1BADB42F4D97}" dt="2026-06-25T19:44:30.909" v="942" actId="2696"/>
        <pc:sldMkLst>
          <pc:docMk/>
          <pc:sldMk cId="2491421163" sldId="279"/>
        </pc:sldMkLst>
        <pc:spChg chg="mod">
          <ac:chgData name="Philip Quinlan (staff)" userId="e4d2dca1-4af9-4c27-ad07-49420c5bb10c" providerId="ADAL" clId="{7BFA38A9-8DE7-5AC8-AF87-1BADB42F4D97}" dt="2026-06-25T15:46:51.526" v="396" actId="14100"/>
          <ac:spMkLst>
            <pc:docMk/>
            <pc:sldMk cId="2491421163" sldId="279"/>
            <ac:spMk id="5" creationId="{325D3ECF-94FA-2926-D36B-EB173D99689D}"/>
          </ac:spMkLst>
        </pc:spChg>
      </pc:sldChg>
      <pc:sldChg chg="modSp add del mod">
        <pc:chgData name="Philip Quinlan (staff)" userId="e4d2dca1-4af9-4c27-ad07-49420c5bb10c" providerId="ADAL" clId="{7BFA38A9-8DE7-5AC8-AF87-1BADB42F4D97}" dt="2026-06-25T19:44:30.915" v="951" actId="2696"/>
        <pc:sldMkLst>
          <pc:docMk/>
          <pc:sldMk cId="172189930" sldId="280"/>
        </pc:sldMkLst>
        <pc:spChg chg="mod">
          <ac:chgData name="Philip Quinlan (staff)" userId="e4d2dca1-4af9-4c27-ad07-49420c5bb10c" providerId="ADAL" clId="{7BFA38A9-8DE7-5AC8-AF87-1BADB42F4D97}" dt="2026-06-25T15:47:53.796" v="442" actId="20577"/>
          <ac:spMkLst>
            <pc:docMk/>
            <pc:sldMk cId="172189930" sldId="280"/>
            <ac:spMk id="5" creationId="{0562DDD3-825F-F14F-2038-7FD395245579}"/>
          </ac:spMkLst>
        </pc:spChg>
      </pc:sldChg>
      <pc:sldChg chg="modSp add del mod ord">
        <pc:chgData name="Philip Quinlan (staff)" userId="e4d2dca1-4af9-4c27-ad07-49420c5bb10c" providerId="ADAL" clId="{7BFA38A9-8DE7-5AC8-AF87-1BADB42F4D97}" dt="2026-06-25T19:44:30.912" v="946" actId="2696"/>
        <pc:sldMkLst>
          <pc:docMk/>
          <pc:sldMk cId="159512539" sldId="281"/>
        </pc:sldMkLst>
        <pc:picChg chg="mod">
          <ac:chgData name="Philip Quinlan (staff)" userId="e4d2dca1-4af9-4c27-ad07-49420c5bb10c" providerId="ADAL" clId="{7BFA38A9-8DE7-5AC8-AF87-1BADB42F4D97}" dt="2026-06-25T15:49:42.441" v="457" actId="207"/>
          <ac:picMkLst>
            <pc:docMk/>
            <pc:sldMk cId="159512539" sldId="281"/>
            <ac:picMk id="4" creationId="{1AA62AB8-B01D-308E-6806-367C0D5EB093}"/>
          </ac:picMkLst>
        </pc:picChg>
        <pc:picChg chg="mod">
          <ac:chgData name="Philip Quinlan (staff)" userId="e4d2dca1-4af9-4c27-ad07-49420c5bb10c" providerId="ADAL" clId="{7BFA38A9-8DE7-5AC8-AF87-1BADB42F4D97}" dt="2026-06-25T15:49:47.861" v="458" actId="207"/>
          <ac:picMkLst>
            <pc:docMk/>
            <pc:sldMk cId="159512539" sldId="281"/>
            <ac:picMk id="12" creationId="{57CE8E09-094D-244A-A5FC-D527DAC94987}"/>
          </ac:picMkLst>
        </pc:picChg>
      </pc:sldChg>
      <pc:sldChg chg="modSp add del mod">
        <pc:chgData name="Philip Quinlan (staff)" userId="e4d2dca1-4af9-4c27-ad07-49420c5bb10c" providerId="ADAL" clId="{7BFA38A9-8DE7-5AC8-AF87-1BADB42F4D97}" dt="2026-06-25T15:50:19.950" v="462" actId="2696"/>
        <pc:sldMkLst>
          <pc:docMk/>
          <pc:sldMk cId="375500714" sldId="282"/>
        </pc:sldMkLst>
        <pc:spChg chg="mod">
          <ac:chgData name="Philip Quinlan (staff)" userId="e4d2dca1-4af9-4c27-ad07-49420c5bb10c" providerId="ADAL" clId="{7BFA38A9-8DE7-5AC8-AF87-1BADB42F4D97}" dt="2026-06-25T15:49:02.587" v="451" actId="1076"/>
          <ac:spMkLst>
            <pc:docMk/>
            <pc:sldMk cId="375500714" sldId="282"/>
            <ac:spMk id="8" creationId="{3C5BB94D-36F2-1361-9954-D448F1902F3A}"/>
          </ac:spMkLst>
        </pc:spChg>
        <pc:spChg chg="mod">
          <ac:chgData name="Philip Quinlan (staff)" userId="e4d2dca1-4af9-4c27-ad07-49420c5bb10c" providerId="ADAL" clId="{7BFA38A9-8DE7-5AC8-AF87-1BADB42F4D97}" dt="2026-06-25T15:49:14.385" v="455" actId="1076"/>
          <ac:spMkLst>
            <pc:docMk/>
            <pc:sldMk cId="375500714" sldId="282"/>
            <ac:spMk id="10" creationId="{8A3FE507-C0E3-2286-1E13-B3E59996CC09}"/>
          </ac:spMkLst>
        </pc:spChg>
        <pc:picChg chg="mod">
          <ac:chgData name="Philip Quinlan (staff)" userId="e4d2dca1-4af9-4c27-ad07-49420c5bb10c" providerId="ADAL" clId="{7BFA38A9-8DE7-5AC8-AF87-1BADB42F4D97}" dt="2026-06-25T15:50:02.336" v="460" actId="207"/>
          <ac:picMkLst>
            <pc:docMk/>
            <pc:sldMk cId="375500714" sldId="282"/>
            <ac:picMk id="4" creationId="{32A1E54F-A73B-6249-BE77-CCC8327981BD}"/>
          </ac:picMkLst>
        </pc:picChg>
        <pc:picChg chg="mod">
          <ac:chgData name="Philip Quinlan (staff)" userId="e4d2dca1-4af9-4c27-ad07-49420c5bb10c" providerId="ADAL" clId="{7BFA38A9-8DE7-5AC8-AF87-1BADB42F4D97}" dt="2026-06-25T15:49:56.666" v="459" actId="207"/>
          <ac:picMkLst>
            <pc:docMk/>
            <pc:sldMk cId="375500714" sldId="282"/>
            <ac:picMk id="12" creationId="{5DB56809-1232-FF92-2028-8DF440E77702}"/>
          </ac:picMkLst>
        </pc:picChg>
      </pc:sldChg>
      <pc:sldChg chg="modSp add del mod">
        <pc:chgData name="Philip Quinlan (staff)" userId="e4d2dca1-4af9-4c27-ad07-49420c5bb10c" providerId="ADAL" clId="{7BFA38A9-8DE7-5AC8-AF87-1BADB42F4D97}" dt="2026-06-25T19:44:30.910" v="943" actId="2696"/>
        <pc:sldMkLst>
          <pc:docMk/>
          <pc:sldMk cId="2298953878" sldId="282"/>
        </pc:sldMkLst>
        <pc:spChg chg="mod">
          <ac:chgData name="Philip Quinlan (staff)" userId="e4d2dca1-4af9-4c27-ad07-49420c5bb10c" providerId="ADAL" clId="{7BFA38A9-8DE7-5AC8-AF87-1BADB42F4D97}" dt="2026-06-25T15:52:23.502" v="525" actId="20577"/>
          <ac:spMkLst>
            <pc:docMk/>
            <pc:sldMk cId="2298953878" sldId="282"/>
            <ac:spMk id="5" creationId="{E609399F-9535-8587-2C23-2205EDFC93CB}"/>
          </ac:spMkLst>
        </pc:spChg>
        <pc:picChg chg="mod">
          <ac:chgData name="Philip Quinlan (staff)" userId="e4d2dca1-4af9-4c27-ad07-49420c5bb10c" providerId="ADAL" clId="{7BFA38A9-8DE7-5AC8-AF87-1BADB42F4D97}" dt="2026-06-25T15:51:55.432" v="475" actId="207"/>
          <ac:picMkLst>
            <pc:docMk/>
            <pc:sldMk cId="2298953878" sldId="282"/>
            <ac:picMk id="4" creationId="{0016B85C-6D79-3C92-E803-8A6CECAF6A23}"/>
          </ac:picMkLst>
        </pc:picChg>
        <pc:picChg chg="mod">
          <ac:chgData name="Philip Quinlan (staff)" userId="e4d2dca1-4af9-4c27-ad07-49420c5bb10c" providerId="ADAL" clId="{7BFA38A9-8DE7-5AC8-AF87-1BADB42F4D97}" dt="2026-06-25T15:52:00.567" v="476" actId="207"/>
          <ac:picMkLst>
            <pc:docMk/>
            <pc:sldMk cId="2298953878" sldId="282"/>
            <ac:picMk id="12" creationId="{D0C8F3A0-ADE3-BC4E-498A-F61AE7CE05B0}"/>
          </ac:picMkLst>
        </pc:picChg>
      </pc:sldChg>
      <pc:sldChg chg="modSp add del mod">
        <pc:chgData name="Philip Quinlan (staff)" userId="e4d2dca1-4af9-4c27-ad07-49420c5bb10c" providerId="ADAL" clId="{7BFA38A9-8DE7-5AC8-AF87-1BADB42F4D97}" dt="2026-06-25T15:51:32.747" v="470" actId="2696"/>
        <pc:sldMkLst>
          <pc:docMk/>
          <pc:sldMk cId="890949201" sldId="283"/>
        </pc:sldMkLst>
        <pc:picChg chg="mod">
          <ac:chgData name="Philip Quinlan (staff)" userId="e4d2dca1-4af9-4c27-ad07-49420c5bb10c" providerId="ADAL" clId="{7BFA38A9-8DE7-5AC8-AF87-1BADB42F4D97}" dt="2026-06-25T15:50:31.448" v="464" actId="1076"/>
          <ac:picMkLst>
            <pc:docMk/>
            <pc:sldMk cId="890949201" sldId="283"/>
            <ac:picMk id="4" creationId="{B50BAB58-B402-63BE-EC98-84BD66390FA8}"/>
          </ac:picMkLst>
        </pc:picChg>
        <pc:picChg chg="mod">
          <ac:chgData name="Philip Quinlan (staff)" userId="e4d2dca1-4af9-4c27-ad07-49420c5bb10c" providerId="ADAL" clId="{7BFA38A9-8DE7-5AC8-AF87-1BADB42F4D97}" dt="2026-06-25T15:50:54.290" v="465" actId="1076"/>
          <ac:picMkLst>
            <pc:docMk/>
            <pc:sldMk cId="890949201" sldId="283"/>
            <ac:picMk id="12" creationId="{95C8C08D-0593-627F-2710-A71F6301F7BD}"/>
          </ac:picMkLst>
        </pc:picChg>
      </pc:sldChg>
      <pc:sldChg chg="add del ord">
        <pc:chgData name="Philip Quinlan (staff)" userId="e4d2dca1-4af9-4c27-ad07-49420c5bb10c" providerId="ADAL" clId="{7BFA38A9-8DE7-5AC8-AF87-1BADB42F4D97}" dt="2026-06-25T19:44:30.916" v="954" actId="2696"/>
        <pc:sldMkLst>
          <pc:docMk/>
          <pc:sldMk cId="1890580577" sldId="283"/>
        </pc:sldMkLst>
      </pc:sldChg>
      <pc:sldChg chg="modSp add del mod">
        <pc:chgData name="Philip Quinlan (staff)" userId="e4d2dca1-4af9-4c27-ad07-49420c5bb10c" providerId="ADAL" clId="{7BFA38A9-8DE7-5AC8-AF87-1BADB42F4D97}" dt="2026-06-25T15:51:32.747" v="470" actId="2696"/>
        <pc:sldMkLst>
          <pc:docMk/>
          <pc:sldMk cId="2847249027" sldId="284"/>
        </pc:sldMkLst>
        <pc:spChg chg="mod">
          <ac:chgData name="Philip Quinlan (staff)" userId="e4d2dca1-4af9-4c27-ad07-49420c5bb10c" providerId="ADAL" clId="{7BFA38A9-8DE7-5AC8-AF87-1BADB42F4D97}" dt="2026-06-25T15:50:58.790" v="468" actId="1076"/>
          <ac:spMkLst>
            <pc:docMk/>
            <pc:sldMk cId="2847249027" sldId="284"/>
            <ac:spMk id="10" creationId="{5D3DD04B-7165-3B13-A6F1-3C5E3B858DB9}"/>
          </ac:spMkLst>
        </pc:spChg>
        <pc:picChg chg="mod">
          <ac:chgData name="Philip Quinlan (staff)" userId="e4d2dca1-4af9-4c27-ad07-49420c5bb10c" providerId="ADAL" clId="{7BFA38A9-8DE7-5AC8-AF87-1BADB42F4D97}" dt="2026-06-25T15:51:02.482" v="469" actId="1076"/>
          <ac:picMkLst>
            <pc:docMk/>
            <pc:sldMk cId="2847249027" sldId="284"/>
            <ac:picMk id="4" creationId="{8C699F48-904E-8528-6D13-BC066C700EA1}"/>
          </ac:picMkLst>
        </pc:picChg>
      </pc:sldChg>
      <pc:sldChg chg="add del ord">
        <pc:chgData name="Philip Quinlan (staff)" userId="e4d2dca1-4af9-4c27-ad07-49420c5bb10c" providerId="ADAL" clId="{7BFA38A9-8DE7-5AC8-AF87-1BADB42F4D97}" dt="2026-06-25T19:44:30.911" v="944" actId="2696"/>
        <pc:sldMkLst>
          <pc:docMk/>
          <pc:sldMk cId="3410387048" sldId="284"/>
        </pc:sldMkLst>
      </pc:sldChg>
      <pc:sldChg chg="add del ord">
        <pc:chgData name="Philip Quinlan (staff)" userId="e4d2dca1-4af9-4c27-ad07-49420c5bb10c" providerId="ADAL" clId="{7BFA38A9-8DE7-5AC8-AF87-1BADB42F4D97}" dt="2026-06-25T19:44:30.915" v="952" actId="2696"/>
        <pc:sldMkLst>
          <pc:docMk/>
          <pc:sldMk cId="1681274316" sldId="285"/>
        </pc:sldMkLst>
      </pc:sldChg>
      <pc:sldChg chg="modSp add mod">
        <pc:chgData name="Philip Quinlan (staff)" userId="e4d2dca1-4af9-4c27-ad07-49420c5bb10c" providerId="ADAL" clId="{7BFA38A9-8DE7-5AC8-AF87-1BADB42F4D97}" dt="2026-06-25T19:49:42.795" v="973" actId="20577"/>
        <pc:sldMkLst>
          <pc:docMk/>
          <pc:sldMk cId="1546431106" sldId="286"/>
        </pc:sldMkLst>
        <pc:spChg chg="mod">
          <ac:chgData name="Philip Quinlan (staff)" userId="e4d2dca1-4af9-4c27-ad07-49420c5bb10c" providerId="ADAL" clId="{7BFA38A9-8DE7-5AC8-AF87-1BADB42F4D97}" dt="2026-06-25T19:49:42.795" v="973" actId="20577"/>
          <ac:spMkLst>
            <pc:docMk/>
            <pc:sldMk cId="1546431106" sldId="286"/>
            <ac:spMk id="9" creationId="{CF45F913-F8C5-F907-4167-41958F1E9A93}"/>
          </ac:spMkLst>
        </pc:spChg>
        <pc:spChg chg="mod">
          <ac:chgData name="Philip Quinlan (staff)" userId="e4d2dca1-4af9-4c27-ad07-49420c5bb10c" providerId="ADAL" clId="{7BFA38A9-8DE7-5AC8-AF87-1BADB42F4D97}" dt="2026-06-25T19:43:16.918" v="723" actId="1076"/>
          <ac:spMkLst>
            <pc:docMk/>
            <pc:sldMk cId="1546431106" sldId="286"/>
            <ac:spMk id="10" creationId="{E0E9793F-E141-E4F0-6912-7B6716C53373}"/>
          </ac:spMkLst>
        </pc:spChg>
        <pc:spChg chg="mod">
          <ac:chgData name="Philip Quinlan (staff)" userId="e4d2dca1-4af9-4c27-ad07-49420c5bb10c" providerId="ADAL" clId="{7BFA38A9-8DE7-5AC8-AF87-1BADB42F4D97}" dt="2026-06-25T19:49:24.076" v="963" actId="1076"/>
          <ac:spMkLst>
            <pc:docMk/>
            <pc:sldMk cId="1546431106" sldId="286"/>
            <ac:spMk id="11" creationId="{AC8D0AE6-A6DB-9026-99AB-6232659B9BF3}"/>
          </ac:spMkLst>
        </pc:spChg>
        <pc:spChg chg="mod">
          <ac:chgData name="Philip Quinlan (staff)" userId="e4d2dca1-4af9-4c27-ad07-49420c5bb10c" providerId="ADAL" clId="{7BFA38A9-8DE7-5AC8-AF87-1BADB42F4D97}" dt="2026-06-25T19:43:02.231" v="722" actId="20577"/>
          <ac:spMkLst>
            <pc:docMk/>
            <pc:sldMk cId="1546431106" sldId="286"/>
            <ac:spMk id="13" creationId="{8F191451-564D-42EE-42EE-95A8A9A6C9C9}"/>
          </ac:spMkLst>
        </pc:spChg>
        <pc:cxnChg chg="mod">
          <ac:chgData name="Philip Quinlan (staff)" userId="e4d2dca1-4af9-4c27-ad07-49420c5bb10c" providerId="ADAL" clId="{7BFA38A9-8DE7-5AC8-AF87-1BADB42F4D97}" dt="2026-06-25T19:42:48.019" v="650" actId="208"/>
          <ac:cxnSpMkLst>
            <pc:docMk/>
            <pc:sldMk cId="1546431106" sldId="286"/>
            <ac:cxnSpMk id="12" creationId="{3377D2EC-2568-7A31-48C3-D8D5596F546D}"/>
          </ac:cxnSpMkLst>
        </pc:cxnChg>
        <pc:cxnChg chg="mod">
          <ac:chgData name="Philip Quinlan (staff)" userId="e4d2dca1-4af9-4c27-ad07-49420c5bb10c" providerId="ADAL" clId="{7BFA38A9-8DE7-5AC8-AF87-1BADB42F4D97}" dt="2026-06-25T19:43:16.918" v="723" actId="1076"/>
          <ac:cxnSpMkLst>
            <pc:docMk/>
            <pc:sldMk cId="1546431106" sldId="286"/>
            <ac:cxnSpMk id="15" creationId="{967CEF29-8A69-A43F-1E71-C583BFD1EE19}"/>
          </ac:cxnSpMkLst>
        </pc:cxnChg>
        <pc:cxnChg chg="mod">
          <ac:chgData name="Philip Quinlan (staff)" userId="e4d2dca1-4af9-4c27-ad07-49420c5bb10c" providerId="ADAL" clId="{7BFA38A9-8DE7-5AC8-AF87-1BADB42F4D97}" dt="2026-06-25T19:43:16.918" v="723" actId="1076"/>
          <ac:cxnSpMkLst>
            <pc:docMk/>
            <pc:sldMk cId="1546431106" sldId="286"/>
            <ac:cxnSpMk id="17" creationId="{86868E6E-811C-5666-E950-BF1DE2DCF89A}"/>
          </ac:cxnSpMkLst>
        </pc:cxnChg>
      </pc:sldChg>
      <pc:sldChg chg="modSp add mod">
        <pc:chgData name="Philip Quinlan (staff)" userId="e4d2dca1-4af9-4c27-ad07-49420c5bb10c" providerId="ADAL" clId="{7BFA38A9-8DE7-5AC8-AF87-1BADB42F4D97}" dt="2026-06-25T19:49:39.458" v="972" actId="20577"/>
        <pc:sldMkLst>
          <pc:docMk/>
          <pc:sldMk cId="2774758086" sldId="287"/>
        </pc:sldMkLst>
        <pc:spChg chg="mod">
          <ac:chgData name="Philip Quinlan (staff)" userId="e4d2dca1-4af9-4c27-ad07-49420c5bb10c" providerId="ADAL" clId="{7BFA38A9-8DE7-5AC8-AF87-1BADB42F4D97}" dt="2026-06-25T19:49:39.458" v="972" actId="20577"/>
          <ac:spMkLst>
            <pc:docMk/>
            <pc:sldMk cId="2774758086" sldId="287"/>
            <ac:spMk id="9" creationId="{4558E99D-ABA2-57BD-3E20-7F7A852C7030}"/>
          </ac:spMkLst>
        </pc:spChg>
        <pc:spChg chg="mod">
          <ac:chgData name="Philip Quinlan (staff)" userId="e4d2dca1-4af9-4c27-ad07-49420c5bb10c" providerId="ADAL" clId="{7BFA38A9-8DE7-5AC8-AF87-1BADB42F4D97}" dt="2026-06-25T19:49:29.209" v="966" actId="1076"/>
          <ac:spMkLst>
            <pc:docMk/>
            <pc:sldMk cId="2774758086" sldId="287"/>
            <ac:spMk id="11" creationId="{E834EFD8-1B6B-7D55-DBA9-283A0EF116C5}"/>
          </ac:spMkLst>
        </pc:spChg>
        <pc:spChg chg="mod">
          <ac:chgData name="Philip Quinlan (staff)" userId="e4d2dca1-4af9-4c27-ad07-49420c5bb10c" providerId="ADAL" clId="{7BFA38A9-8DE7-5AC8-AF87-1BADB42F4D97}" dt="2026-06-25T19:44:11.113" v="876" actId="1076"/>
          <ac:spMkLst>
            <pc:docMk/>
            <pc:sldMk cId="2774758086" sldId="287"/>
            <ac:spMk id="13" creationId="{2536EE4F-6F34-BFAA-5C76-E7F67FFA1CDB}"/>
          </ac:spMkLst>
        </pc:spChg>
      </pc:sldChg>
      <pc:sldChg chg="delSp modSp add mod">
        <pc:chgData name="Philip Quinlan (staff)" userId="e4d2dca1-4af9-4c27-ad07-49420c5bb10c" providerId="ADAL" clId="{7BFA38A9-8DE7-5AC8-AF87-1BADB42F4D97}" dt="2026-06-25T19:49:36.489" v="971" actId="20577"/>
        <pc:sldMkLst>
          <pc:docMk/>
          <pc:sldMk cId="3114681050" sldId="288"/>
        </pc:sldMkLst>
        <pc:spChg chg="mod">
          <ac:chgData name="Philip Quinlan (staff)" userId="e4d2dca1-4af9-4c27-ad07-49420c5bb10c" providerId="ADAL" clId="{7BFA38A9-8DE7-5AC8-AF87-1BADB42F4D97}" dt="2026-06-25T19:49:36.489" v="971" actId="20577"/>
          <ac:spMkLst>
            <pc:docMk/>
            <pc:sldMk cId="3114681050" sldId="288"/>
            <ac:spMk id="9" creationId="{E17E8EBB-D2E9-1A7C-20F3-A62E2FE022C6}"/>
          </ac:spMkLst>
        </pc:spChg>
        <pc:spChg chg="mod">
          <ac:chgData name="Philip Quinlan (staff)" userId="e4d2dca1-4af9-4c27-ad07-49420c5bb10c" providerId="ADAL" clId="{7BFA38A9-8DE7-5AC8-AF87-1BADB42F4D97}" dt="2026-06-25T19:49:34.610" v="969" actId="1076"/>
          <ac:spMkLst>
            <pc:docMk/>
            <pc:sldMk cId="3114681050" sldId="288"/>
            <ac:spMk id="11" creationId="{C3B549A5-DEB7-8478-4748-54B86123B8C4}"/>
          </ac:spMkLst>
        </pc:spChg>
        <pc:spChg chg="mod">
          <ac:chgData name="Philip Quinlan (staff)" userId="e4d2dca1-4af9-4c27-ad07-49420c5bb10c" providerId="ADAL" clId="{7BFA38A9-8DE7-5AC8-AF87-1BADB42F4D97}" dt="2026-06-25T19:44:27.152" v="940" actId="20577"/>
          <ac:spMkLst>
            <pc:docMk/>
            <pc:sldMk cId="3114681050" sldId="288"/>
            <ac:spMk id="13" creationId="{4FD141F2-50D1-D9C8-FC73-E7BC85A854C8}"/>
          </ac:spMkLst>
        </pc:spChg>
        <pc:cxnChg chg="del mod">
          <ac:chgData name="Philip Quinlan (staff)" userId="e4d2dca1-4af9-4c27-ad07-49420c5bb10c" providerId="ADAL" clId="{7BFA38A9-8DE7-5AC8-AF87-1BADB42F4D97}" dt="2026-06-25T19:44:17.085" v="878" actId="478"/>
          <ac:cxnSpMkLst>
            <pc:docMk/>
            <pc:sldMk cId="3114681050" sldId="288"/>
            <ac:cxnSpMk id="12" creationId="{30670BA3-9E2A-4936-4440-36A714C7B837}"/>
          </ac:cxnSpMkLst>
        </pc:cxnChg>
        <pc:cxnChg chg="del mod">
          <ac:chgData name="Philip Quinlan (staff)" userId="e4d2dca1-4af9-4c27-ad07-49420c5bb10c" providerId="ADAL" clId="{7BFA38A9-8DE7-5AC8-AF87-1BADB42F4D97}" dt="2026-06-25T19:44:17.085" v="878" actId="478"/>
          <ac:cxnSpMkLst>
            <pc:docMk/>
            <pc:sldMk cId="3114681050" sldId="288"/>
            <ac:cxnSpMk id="15" creationId="{9E19D870-1215-561E-7A38-C56F1B8698E3}"/>
          </ac:cxnSpMkLst>
        </pc:cxnChg>
        <pc:cxnChg chg="del mod">
          <ac:chgData name="Philip Quinlan (staff)" userId="e4d2dca1-4af9-4c27-ad07-49420c5bb10c" providerId="ADAL" clId="{7BFA38A9-8DE7-5AC8-AF87-1BADB42F4D97}" dt="2026-06-25T19:44:17.085" v="878" actId="478"/>
          <ac:cxnSpMkLst>
            <pc:docMk/>
            <pc:sldMk cId="3114681050" sldId="288"/>
            <ac:cxnSpMk id="17" creationId="{7EA45190-18CE-373E-BF09-46D2E1DCC64D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F423A-BA55-FF56-31AB-BBCDDDBA5B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9341FE-2ABC-BF7D-2155-D91D64AF0F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7090D-422A-84FA-C976-786741FBF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379BE-7A04-1841-8504-59229584F06A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967ED5-E009-F2D8-97C4-9E54E788D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EDE46-D378-8B26-CA52-09F905260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C6B67-F91C-FF42-860C-84FD385A6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746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F2A9D-04BC-53E7-9A3E-302EDE22D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8B2F1-8337-04E5-6D4B-F250B22AA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CFD359-79C1-EB26-13CF-D11080F73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379BE-7A04-1841-8504-59229584F06A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6C365-0768-58FF-54D7-87FCC288A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5C475-09BB-F0AF-E9D3-E3DCDBF54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C6B67-F91C-FF42-860C-84FD385A6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819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CA20E-1697-9491-895B-D5616605D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F31A23-BECB-6950-919E-6325449F9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FFBDFB-9459-4505-5C79-5EBA2A5DF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379BE-7A04-1841-8504-59229584F06A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5BA6B2-D0F2-8FE5-4916-40FAAEA6F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D860E7-333A-0605-9058-E53CC808B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C6B67-F91C-FF42-860C-84FD385A6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332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D2A35-6D77-5C32-377B-7C9A881EE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DAFA2-16C0-07EA-2848-C9679C1907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4A6903-5868-8868-9D7A-AAD9C662F6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A28DAA-35B6-9434-E23F-64BA9E3F7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379BE-7A04-1841-8504-59229584F06A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6A53B6-5EC9-B3B9-71A1-648881277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1BCE60-9B9C-DB8A-D51D-9E1DBCFF6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C6B67-F91C-FF42-860C-84FD385A6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95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5D4C1-1A01-C12C-3F09-6645A2E18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D93B24-A685-1104-574E-A598F544BC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A17F6B-98DC-0465-851A-00E0D49CAC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957CB6-7A8E-A080-C73E-F713393D9D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F5C50F-13E8-E523-98BF-DA75AC1311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C9FA09-1A62-6B06-21F8-32A00DB24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379BE-7A04-1841-8504-59229584F06A}" type="datetimeFigureOut">
              <a:rPr lang="en-US" smtClean="0"/>
              <a:t>6/25/26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4C6D11-60D3-22F2-5B5D-C13F83D44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1ACDD0-3C64-BB51-3DAF-FFA2C432D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C6B67-F91C-FF42-860C-84FD385A6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823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A6CBE-8FCB-E591-AF32-2C59BE068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54FBE7-D1D3-7528-FBC7-516AA6C93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379BE-7A04-1841-8504-59229584F06A}" type="datetimeFigureOut">
              <a:rPr lang="en-US" smtClean="0"/>
              <a:t>6/25/26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C4AF6C-AD59-3240-262B-C8F7E4617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A61F4B-02BF-4643-82E5-C27C28705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C6B67-F91C-FF42-860C-84FD385A6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989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C807CB-9D1B-E26A-5CC9-9E900CB1E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379BE-7A04-1841-8504-59229584F06A}" type="datetimeFigureOut">
              <a:rPr lang="en-US" smtClean="0"/>
              <a:t>6/25/26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347105-1702-5068-C7E3-B15B07CE2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3D33CD-CBA3-5DC8-4C57-7EEEF11C3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C6B67-F91C-FF42-860C-84FD385A6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47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CDF55-A0A3-782B-3429-8EA461FC9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15DB7-B150-AA1F-C51E-C5B7051911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9EE3D9-CEFF-1C0E-9582-F992959AC6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080391-2AA8-BE52-692E-B630C8940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379BE-7A04-1841-8504-59229584F06A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8FF617-8BAF-31EB-E127-7B0165A2C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ACA8A9-97E5-182B-A541-4EC5EF053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C6B67-F91C-FF42-860C-84FD385A6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123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D2FD8-A037-8709-FCB6-34E8C9380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44EF2C-B9CB-36B5-A1DC-5FF8DADC40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B6EA4A-52D7-EA65-F7F9-5C1590EEB1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68C8EB-4664-FE44-9B75-DB14F7441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379BE-7A04-1841-8504-59229584F06A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1D05FA-08D9-2244-0D75-3F661E099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6F68EB-C8EC-CD07-2BF4-4E6ECDF03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C6B67-F91C-FF42-860C-84FD385A6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47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B31DE-DAB6-074F-19A5-4BBE1FE37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2995E4-5EBF-3F95-6E58-7393C518B1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12985E-5DEA-5BA0-5EEA-725AA4843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379BE-7A04-1841-8504-59229584F06A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C637B6-20F9-20B7-DA41-C39E5EE74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D22D7D-66F3-1A5D-8E5C-EC4A937FB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C6B67-F91C-FF42-860C-84FD385A6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345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13F50E-8392-B077-0383-C265D43725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85D070-999D-A2CF-F761-6A081EED84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A46D1F-412B-FF12-978D-2780D1D47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379BE-7A04-1841-8504-59229584F06A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ED900C-48F0-027C-FDA3-0E2A3AF10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8CD58-2F17-7D3C-5912-19A0AB7CF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C6B67-F91C-FF42-860C-84FD385A6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769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44A7B6-172A-2C35-A0B2-1543D5880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3988FD-84E7-EEB7-36C3-ABEB7A2FC1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1F2626-306D-B620-CAF0-DDBBA8EF2B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3379BE-7A04-1841-8504-59229584F06A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A559D-E096-66DE-F0BA-0A46DFD735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42C06-6310-BB8C-2254-C42EB3532B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5C6B67-F91C-FF42-860C-84FD385A6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501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315FECE-7F0D-87FB-0F8A-890DAE18D368}"/>
              </a:ext>
            </a:extLst>
          </p:cNvPr>
          <p:cNvSpPr/>
          <p:nvPr/>
        </p:nvSpPr>
        <p:spPr>
          <a:xfrm>
            <a:off x="5068711" y="12079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A4B927-7F91-67BF-B023-761944685632}"/>
              </a:ext>
            </a:extLst>
          </p:cNvPr>
          <p:cNvSpPr txBox="1"/>
          <p:nvPr/>
        </p:nvSpPr>
        <p:spPr>
          <a:xfrm>
            <a:off x="5206493" y="798194"/>
            <a:ext cx="1667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Front Door TRE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A4596D7-77F9-9CDF-56FD-C570159ABE4B}"/>
              </a:ext>
            </a:extLst>
          </p:cNvPr>
          <p:cNvSpPr/>
          <p:nvPr/>
        </p:nvSpPr>
        <p:spPr>
          <a:xfrm>
            <a:off x="2794000" y="41035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0936CA-76A1-389A-0F35-366B45214E73}"/>
              </a:ext>
            </a:extLst>
          </p:cNvPr>
          <p:cNvSpPr txBox="1"/>
          <p:nvPr/>
        </p:nvSpPr>
        <p:spPr>
          <a:xfrm>
            <a:off x="2794000" y="5130800"/>
            <a:ext cx="205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TRE2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B4C016E-EC10-03C4-B6DA-EB16CCDCD904}"/>
              </a:ext>
            </a:extLst>
          </p:cNvPr>
          <p:cNvSpPr/>
          <p:nvPr/>
        </p:nvSpPr>
        <p:spPr>
          <a:xfrm>
            <a:off x="7343422" y="41035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8C1A0E-FDCF-0415-0D4F-AFDDDA756592}"/>
              </a:ext>
            </a:extLst>
          </p:cNvPr>
          <p:cNvSpPr txBox="1"/>
          <p:nvPr/>
        </p:nvSpPr>
        <p:spPr>
          <a:xfrm>
            <a:off x="7343422" y="5130800"/>
            <a:ext cx="205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TRE3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E2528B-17AB-D02A-A602-DE423E1A3E2A}"/>
              </a:ext>
            </a:extLst>
          </p:cNvPr>
          <p:cNvSpPr txBox="1"/>
          <p:nvPr/>
        </p:nvSpPr>
        <p:spPr>
          <a:xfrm>
            <a:off x="1639551" y="1398389"/>
            <a:ext cx="32090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 TRE provides the researcher access to their TRE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D4D7F1-39EA-63AD-44D3-84B89165E2C2}"/>
              </a:ext>
            </a:extLst>
          </p:cNvPr>
          <p:cNvSpPr txBox="1"/>
          <p:nvPr/>
        </p:nvSpPr>
        <p:spPr>
          <a:xfrm>
            <a:off x="5068710" y="2235200"/>
            <a:ext cx="205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TRE1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EE99D8F-7505-15EB-FA8B-63808A102759}"/>
              </a:ext>
            </a:extLst>
          </p:cNvPr>
          <p:cNvCxnSpPr>
            <a:stCxn id="6" idx="1"/>
            <a:endCxn id="8" idx="0"/>
          </p:cNvCxnSpPr>
          <p:nvPr/>
        </p:nvCxnSpPr>
        <p:spPr>
          <a:xfrm flipH="1">
            <a:off x="3821289" y="1721556"/>
            <a:ext cx="1247422" cy="238195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E69589A-9059-94CE-0165-E8D12B23BBF6}"/>
              </a:ext>
            </a:extLst>
          </p:cNvPr>
          <p:cNvCxnSpPr>
            <a:stCxn id="6" idx="3"/>
            <a:endCxn id="10" idx="0"/>
          </p:cNvCxnSpPr>
          <p:nvPr/>
        </p:nvCxnSpPr>
        <p:spPr>
          <a:xfrm>
            <a:off x="7123289" y="1721556"/>
            <a:ext cx="1247422" cy="238195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8B5A6F3-5EFD-4198-A180-7561ABC3F8D5}"/>
              </a:ext>
            </a:extLst>
          </p:cNvPr>
          <p:cNvCxnSpPr>
            <a:stCxn id="8" idx="3"/>
            <a:endCxn id="10" idx="1"/>
          </p:cNvCxnSpPr>
          <p:nvPr/>
        </p:nvCxnSpPr>
        <p:spPr>
          <a:xfrm>
            <a:off x="4848578" y="4617156"/>
            <a:ext cx="249484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33701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A3B75-1A8A-1121-43CE-B7B133F68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74C999A-5F5F-2F95-A70E-EE2D35DF8E73}"/>
              </a:ext>
            </a:extLst>
          </p:cNvPr>
          <p:cNvSpPr/>
          <p:nvPr/>
        </p:nvSpPr>
        <p:spPr>
          <a:xfrm>
            <a:off x="5068711" y="12079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0D9F09-2326-F7F2-94E2-BC3622F35D3D}"/>
              </a:ext>
            </a:extLst>
          </p:cNvPr>
          <p:cNvSpPr txBox="1"/>
          <p:nvPr/>
        </p:nvSpPr>
        <p:spPr>
          <a:xfrm>
            <a:off x="5206493" y="798194"/>
            <a:ext cx="1667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Front Door TRE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ECA4548-D9F6-203E-CBC8-C65A8A510B67}"/>
              </a:ext>
            </a:extLst>
          </p:cNvPr>
          <p:cNvSpPr/>
          <p:nvPr/>
        </p:nvSpPr>
        <p:spPr>
          <a:xfrm>
            <a:off x="2794000" y="41035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45F913-F8C5-F907-4167-41958F1E9A93}"/>
              </a:ext>
            </a:extLst>
          </p:cNvPr>
          <p:cNvSpPr txBox="1"/>
          <p:nvPr/>
        </p:nvSpPr>
        <p:spPr>
          <a:xfrm>
            <a:off x="2794000" y="5130800"/>
            <a:ext cx="205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TRE2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0E9793F-E141-E4F0-6912-7B6716C53373}"/>
              </a:ext>
            </a:extLst>
          </p:cNvPr>
          <p:cNvSpPr/>
          <p:nvPr/>
        </p:nvSpPr>
        <p:spPr>
          <a:xfrm>
            <a:off x="7343422" y="41035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8D0AE6-A6DB-9026-99AB-6232659B9BF3}"/>
              </a:ext>
            </a:extLst>
          </p:cNvPr>
          <p:cNvSpPr txBox="1"/>
          <p:nvPr/>
        </p:nvSpPr>
        <p:spPr>
          <a:xfrm>
            <a:off x="7343422" y="5144532"/>
            <a:ext cx="205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TRE3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191451-564D-42EE-42EE-95A8A9A6C9C9}"/>
              </a:ext>
            </a:extLst>
          </p:cNvPr>
          <p:cNvSpPr txBox="1"/>
          <p:nvPr/>
        </p:nvSpPr>
        <p:spPr>
          <a:xfrm>
            <a:off x="1639551" y="1398389"/>
            <a:ext cx="32090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 connection is made for this project between the TREs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BB72A0-4F51-FBE4-EC81-941B40F7C401}"/>
              </a:ext>
            </a:extLst>
          </p:cNvPr>
          <p:cNvSpPr txBox="1"/>
          <p:nvPr/>
        </p:nvSpPr>
        <p:spPr>
          <a:xfrm>
            <a:off x="5068710" y="2235200"/>
            <a:ext cx="205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TRE1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377D2EC-2568-7A31-48C3-D8D5596F546D}"/>
              </a:ext>
            </a:extLst>
          </p:cNvPr>
          <p:cNvCxnSpPr>
            <a:stCxn id="6" idx="1"/>
            <a:endCxn id="8" idx="0"/>
          </p:cNvCxnSpPr>
          <p:nvPr/>
        </p:nvCxnSpPr>
        <p:spPr>
          <a:xfrm flipH="1">
            <a:off x="3821289" y="1721556"/>
            <a:ext cx="1247422" cy="2381955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67CEF29-8A69-A43F-1E71-C583BFD1EE19}"/>
              </a:ext>
            </a:extLst>
          </p:cNvPr>
          <p:cNvCxnSpPr>
            <a:stCxn id="6" idx="3"/>
            <a:endCxn id="10" idx="0"/>
          </p:cNvCxnSpPr>
          <p:nvPr/>
        </p:nvCxnSpPr>
        <p:spPr>
          <a:xfrm>
            <a:off x="7123289" y="1721556"/>
            <a:ext cx="1247422" cy="2381955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6868E6E-811C-5666-E950-BF1DE2DCF89A}"/>
              </a:ext>
            </a:extLst>
          </p:cNvPr>
          <p:cNvCxnSpPr>
            <a:stCxn id="8" idx="3"/>
            <a:endCxn id="10" idx="1"/>
          </p:cNvCxnSpPr>
          <p:nvPr/>
        </p:nvCxnSpPr>
        <p:spPr>
          <a:xfrm>
            <a:off x="4848578" y="4617156"/>
            <a:ext cx="2494844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64311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870BE-1D88-ABC0-DC92-EDAA7DF46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160F947-3B1A-818B-E992-D9ADFEC61EF7}"/>
              </a:ext>
            </a:extLst>
          </p:cNvPr>
          <p:cNvSpPr/>
          <p:nvPr/>
        </p:nvSpPr>
        <p:spPr>
          <a:xfrm>
            <a:off x="5068711" y="12079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8707BA-5E93-391D-0170-A39639DABA23}"/>
              </a:ext>
            </a:extLst>
          </p:cNvPr>
          <p:cNvSpPr txBox="1"/>
          <p:nvPr/>
        </p:nvSpPr>
        <p:spPr>
          <a:xfrm>
            <a:off x="5206493" y="798194"/>
            <a:ext cx="1667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Front Door TRE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70B45A4-71BD-701E-3223-E356B70E5C8F}"/>
              </a:ext>
            </a:extLst>
          </p:cNvPr>
          <p:cNvSpPr/>
          <p:nvPr/>
        </p:nvSpPr>
        <p:spPr>
          <a:xfrm>
            <a:off x="2794000" y="41035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58E99D-ABA2-57BD-3E20-7F7A852C7030}"/>
              </a:ext>
            </a:extLst>
          </p:cNvPr>
          <p:cNvSpPr txBox="1"/>
          <p:nvPr/>
        </p:nvSpPr>
        <p:spPr>
          <a:xfrm>
            <a:off x="2794000" y="5130800"/>
            <a:ext cx="205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TRE2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244B179-EEA0-D9E8-E409-A0462BF3DF58}"/>
              </a:ext>
            </a:extLst>
          </p:cNvPr>
          <p:cNvSpPr/>
          <p:nvPr/>
        </p:nvSpPr>
        <p:spPr>
          <a:xfrm>
            <a:off x="7343422" y="41035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34EFD8-1B6B-7D55-DBA9-283A0EF116C5}"/>
              </a:ext>
            </a:extLst>
          </p:cNvPr>
          <p:cNvSpPr txBox="1"/>
          <p:nvPr/>
        </p:nvSpPr>
        <p:spPr>
          <a:xfrm>
            <a:off x="7343422" y="5130800"/>
            <a:ext cx="205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TRE3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36EE4F-6F34-BFAA-5C76-E7F67FFA1CDB}"/>
              </a:ext>
            </a:extLst>
          </p:cNvPr>
          <p:cNvSpPr txBox="1"/>
          <p:nvPr/>
        </p:nvSpPr>
        <p:spPr>
          <a:xfrm>
            <a:off x="1780660" y="1051805"/>
            <a:ext cx="27744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Allowing the researcher to have access to data from all three from accessing the Front Door TRE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3258A8-A68D-7016-F05C-CB35E2608513}"/>
              </a:ext>
            </a:extLst>
          </p:cNvPr>
          <p:cNvSpPr txBox="1"/>
          <p:nvPr/>
        </p:nvSpPr>
        <p:spPr>
          <a:xfrm>
            <a:off x="5068710" y="2235200"/>
            <a:ext cx="205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TRE1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FAD3F13-869B-3953-F553-EDC5F6485CC4}"/>
              </a:ext>
            </a:extLst>
          </p:cNvPr>
          <p:cNvCxnSpPr>
            <a:stCxn id="6" idx="1"/>
            <a:endCxn id="8" idx="0"/>
          </p:cNvCxnSpPr>
          <p:nvPr/>
        </p:nvCxnSpPr>
        <p:spPr>
          <a:xfrm flipH="1">
            <a:off x="3821289" y="1721556"/>
            <a:ext cx="1247422" cy="2381955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F25405B-F85A-A5C1-3813-82A29E518F18}"/>
              </a:ext>
            </a:extLst>
          </p:cNvPr>
          <p:cNvCxnSpPr>
            <a:stCxn id="6" idx="3"/>
            <a:endCxn id="10" idx="0"/>
          </p:cNvCxnSpPr>
          <p:nvPr/>
        </p:nvCxnSpPr>
        <p:spPr>
          <a:xfrm>
            <a:off x="7123289" y="1721556"/>
            <a:ext cx="1247422" cy="2381955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4947720-9D64-6D42-0F23-9F44D7F0070B}"/>
              </a:ext>
            </a:extLst>
          </p:cNvPr>
          <p:cNvCxnSpPr>
            <a:stCxn id="8" idx="3"/>
            <a:endCxn id="10" idx="1"/>
          </p:cNvCxnSpPr>
          <p:nvPr/>
        </p:nvCxnSpPr>
        <p:spPr>
          <a:xfrm>
            <a:off x="4848578" y="4617156"/>
            <a:ext cx="2494844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47580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E34BA-5BE7-57DF-0406-119B2EB0C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D604EA9-F9D7-2914-7F66-A49D0889B00F}"/>
              </a:ext>
            </a:extLst>
          </p:cNvPr>
          <p:cNvSpPr/>
          <p:nvPr/>
        </p:nvSpPr>
        <p:spPr>
          <a:xfrm>
            <a:off x="5068711" y="12079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C60163-B90C-DC0E-F31D-28E3DF5E2880}"/>
              </a:ext>
            </a:extLst>
          </p:cNvPr>
          <p:cNvSpPr txBox="1"/>
          <p:nvPr/>
        </p:nvSpPr>
        <p:spPr>
          <a:xfrm>
            <a:off x="5206493" y="798194"/>
            <a:ext cx="1667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Front Door TRE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8BA328F-1DA1-7CE2-8BE2-3F5153AA8789}"/>
              </a:ext>
            </a:extLst>
          </p:cNvPr>
          <p:cNvSpPr/>
          <p:nvPr/>
        </p:nvSpPr>
        <p:spPr>
          <a:xfrm>
            <a:off x="2794000" y="41035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7E8EBB-D2E9-1A7C-20F3-A62E2FE022C6}"/>
              </a:ext>
            </a:extLst>
          </p:cNvPr>
          <p:cNvSpPr txBox="1"/>
          <p:nvPr/>
        </p:nvSpPr>
        <p:spPr>
          <a:xfrm>
            <a:off x="2794000" y="5130800"/>
            <a:ext cx="205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TRE2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B1487F3-D255-E6E6-A09B-EEC43A61067E}"/>
              </a:ext>
            </a:extLst>
          </p:cNvPr>
          <p:cNvSpPr/>
          <p:nvPr/>
        </p:nvSpPr>
        <p:spPr>
          <a:xfrm>
            <a:off x="7343422" y="4103511"/>
            <a:ext cx="2054578" cy="10272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B549A5-DEB7-8478-4748-54B86123B8C4}"/>
              </a:ext>
            </a:extLst>
          </p:cNvPr>
          <p:cNvSpPr txBox="1"/>
          <p:nvPr/>
        </p:nvSpPr>
        <p:spPr>
          <a:xfrm>
            <a:off x="7343422" y="5130800"/>
            <a:ext cx="205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TRE3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D141F2-50D1-D9C8-FC73-E7BC85A854C8}"/>
              </a:ext>
            </a:extLst>
          </p:cNvPr>
          <p:cNvSpPr txBox="1"/>
          <p:nvPr/>
        </p:nvSpPr>
        <p:spPr>
          <a:xfrm>
            <a:off x="1780660" y="1051805"/>
            <a:ext cx="27744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And once the project is finished, the connections are removed.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5CD5F4-6321-B0F5-FDCC-D208937F6B86}"/>
              </a:ext>
            </a:extLst>
          </p:cNvPr>
          <p:cNvSpPr txBox="1"/>
          <p:nvPr/>
        </p:nvSpPr>
        <p:spPr>
          <a:xfrm>
            <a:off x="5068710" y="2235200"/>
            <a:ext cx="205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TRE1</a:t>
            </a:r>
          </a:p>
        </p:txBody>
      </p:sp>
    </p:spTree>
    <p:extLst>
      <p:ext uri="{BB962C8B-B14F-4D97-AF65-F5344CB8AC3E}">
        <p14:creationId xmlns:p14="http://schemas.microsoft.com/office/powerpoint/2010/main" val="31146810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1075</TotalTime>
  <Words>72</Words>
  <Application>Microsoft Macintosh PowerPoint</Application>
  <PresentationFormat>Widescreen</PresentationFormat>
  <Paragraphs>20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Philip Quinlan (staff)</dc:creator>
  <cp:lastModifiedBy>Philip Quinlan (staff)</cp:lastModifiedBy>
  <cp:revision>1</cp:revision>
  <dcterms:created xsi:type="dcterms:W3CDTF">2026-04-24T16:22:11Z</dcterms:created>
  <dcterms:modified xsi:type="dcterms:W3CDTF">2026-06-25T19:49:45Z</dcterms:modified>
</cp:coreProperties>
</file>